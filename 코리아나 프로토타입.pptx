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81" r:id="rId4"/>
    <p:sldId id="282" r:id="rId5"/>
    <p:sldId id="28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9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BC2EE-90CB-4B51-B970-834DF43C5FBA}" v="10" dt="2021-06-06T00:41:07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92191" autoAdjust="0"/>
  </p:normalViewPr>
  <p:slideViewPr>
    <p:cSldViewPr snapToGrid="0">
      <p:cViewPr varScale="1">
        <p:scale>
          <a:sx n="105" d="100"/>
          <a:sy n="105" d="100"/>
        </p:scale>
        <p:origin x="8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균 정" userId="cc5e98843caf5a80" providerId="LiveId" clId="{29CBC2EE-90CB-4B51-B970-834DF43C5FBA}"/>
    <pc:docChg chg="custSel addSld delSld modSld sldOrd">
      <pc:chgData name="우균 정" userId="cc5e98843caf5a80" providerId="LiveId" clId="{29CBC2EE-90CB-4B51-B970-834DF43C5FBA}" dt="2021-06-06T00:41:07.852" v="65"/>
      <pc:docMkLst>
        <pc:docMk/>
      </pc:docMkLst>
      <pc:sldChg chg="modSp mod">
        <pc:chgData name="우균 정" userId="cc5e98843caf5a80" providerId="LiveId" clId="{29CBC2EE-90CB-4B51-B970-834DF43C5FBA}" dt="2021-06-06T00:40:29.040" v="22" actId="14100"/>
        <pc:sldMkLst>
          <pc:docMk/>
          <pc:sldMk cId="3687046740" sldId="258"/>
        </pc:sldMkLst>
        <pc:graphicFrameChg chg="modGraphic">
          <ac:chgData name="우균 정" userId="cc5e98843caf5a80" providerId="LiveId" clId="{29CBC2EE-90CB-4B51-B970-834DF43C5FBA}" dt="2021-06-06T00:40:29.040" v="22" actId="14100"/>
          <ac:graphicFrameMkLst>
            <pc:docMk/>
            <pc:sldMk cId="3687046740" sldId="258"/>
            <ac:graphicFrameMk id="3" creationId="{89537519-5C83-4A00-94F7-A89BFA91058D}"/>
          </ac:graphicFrameMkLst>
        </pc:graphicFrameChg>
      </pc:sldChg>
      <pc:sldChg chg="modSp mod">
        <pc:chgData name="우균 정" userId="cc5e98843caf5a80" providerId="LiveId" clId="{29CBC2EE-90CB-4B51-B970-834DF43C5FBA}" dt="2021-06-06T00:41:07.852" v="65"/>
        <pc:sldMkLst>
          <pc:docMk/>
          <pc:sldMk cId="450843009" sldId="276"/>
        </pc:sldMkLst>
        <pc:graphicFrameChg chg="mod modGraphic">
          <ac:chgData name="우균 정" userId="cc5e98843caf5a80" providerId="LiveId" clId="{29CBC2EE-90CB-4B51-B970-834DF43C5FBA}" dt="2021-06-06T00:41:07.852" v="65"/>
          <ac:graphicFrameMkLst>
            <pc:docMk/>
            <pc:sldMk cId="450843009" sldId="276"/>
            <ac:graphicFrameMk id="3" creationId="{A442FEA8-4E41-46BF-AE73-21B9451E6396}"/>
          </ac:graphicFrameMkLst>
        </pc:graphicFrameChg>
      </pc:sldChg>
      <pc:sldChg chg="add del">
        <pc:chgData name="우균 정" userId="cc5e98843caf5a80" providerId="LiveId" clId="{29CBC2EE-90CB-4B51-B970-834DF43C5FBA}" dt="2021-06-06T00:39:43.034" v="1" actId="47"/>
        <pc:sldMkLst>
          <pc:docMk/>
          <pc:sldMk cId="518127302" sldId="279"/>
        </pc:sldMkLst>
      </pc:sldChg>
      <pc:sldChg chg="add">
        <pc:chgData name="우균 정" userId="cc5e98843caf5a80" providerId="LiveId" clId="{29CBC2EE-90CB-4B51-B970-834DF43C5FBA}" dt="2021-06-06T00:40:44.355" v="23"/>
        <pc:sldMkLst>
          <pc:docMk/>
          <pc:sldMk cId="2645339989" sldId="279"/>
        </pc:sldMkLst>
      </pc:sldChg>
      <pc:sldChg chg="delSp modSp add del mod ord">
        <pc:chgData name="우균 정" userId="cc5e98843caf5a80" providerId="LiveId" clId="{29CBC2EE-90CB-4B51-B970-834DF43C5FBA}" dt="2021-06-06T00:40:08.128" v="20" actId="47"/>
        <pc:sldMkLst>
          <pc:docMk/>
          <pc:sldMk cId="2762615886" sldId="279"/>
        </pc:sldMkLst>
        <pc:spChg chg="mod">
          <ac:chgData name="우균 정" userId="cc5e98843caf5a80" providerId="LiveId" clId="{29CBC2EE-90CB-4B51-B970-834DF43C5FBA}" dt="2021-06-06T00:39:52.329" v="18" actId="20577"/>
          <ac:spMkLst>
            <pc:docMk/>
            <pc:sldMk cId="2762615886" sldId="279"/>
            <ac:spMk id="2" creationId="{DD7585A4-0685-47D0-9A81-35FDFCD1EBD7}"/>
          </ac:spMkLst>
        </pc:spChg>
        <pc:graphicFrameChg chg="del">
          <ac:chgData name="우균 정" userId="cc5e98843caf5a80" providerId="LiveId" clId="{29CBC2EE-90CB-4B51-B970-834DF43C5FBA}" dt="2021-06-06T00:39:54.519" v="19" actId="478"/>
          <ac:graphicFrameMkLst>
            <pc:docMk/>
            <pc:sldMk cId="2762615886" sldId="279"/>
            <ac:graphicFrameMk id="3" creationId="{89537519-5C83-4A00-94F7-A89BFA91058D}"/>
          </ac:graphicFrameMkLst>
        </pc:graphicFrameChg>
      </pc:sldChg>
      <pc:sldChg chg="add">
        <pc:chgData name="우균 정" userId="cc5e98843caf5a80" providerId="LiveId" clId="{29CBC2EE-90CB-4B51-B970-834DF43C5FBA}" dt="2021-06-06T00:40:44.563" v="24"/>
        <pc:sldMkLst>
          <pc:docMk/>
          <pc:sldMk cId="3437617933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B5BB8-6F10-4680-9A0A-763D82D93D3F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F3EDC-C7D8-4E83-B889-EF8FDEE3C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7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28152-4DFA-47FE-A98A-E21083D14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6BFB5F-C13E-4282-8310-D3F4AA733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C2FD2-8F80-4186-AF4F-8375D931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9E067-572F-4366-B5F6-DECE1E38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7749-1327-464E-87BE-D3FCDF7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40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F9D50-37F6-4652-80A2-42A96EB6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DCAB0-859B-4743-B467-79AD973A9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C83D8-0DD0-46A0-962B-9A8BE3C2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0C325-9CDA-4C70-B7CE-081A77F9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8B386D-4097-4E55-A77E-882FDD42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5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14143-48CC-4869-B8C9-88DF5120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7BCAC7-6852-465F-9C74-9C3F659AF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E410F-7246-48D5-AE0D-5F65C0FDA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31CFB-0456-46A1-8D64-35BE5B7C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5EA31-74E8-4B2E-8487-95414BB8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1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38127-C9F8-4E68-BE8E-14C658C5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E0666-79CD-45F8-956E-1CE49AD65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9CAE38-380E-4CB9-9D12-074AD1541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FA6D9-1A0B-42B3-BB36-B2BDD41B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519E28-ADDE-409B-8408-E3E32068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E28664-292E-49F9-8EA6-7B7350F9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77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A57A2-0752-4BCE-8EB6-7D5904C3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E417F4-ECE4-4223-AA6E-4F7387442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E92602-89ED-48E9-B095-D6C01A5D9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B8A12D-4536-4FB3-A52A-8D2C4BADC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2720DC-ADAA-4989-AFEC-89478E0B4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FBE77F-2943-46E1-B96F-BDCFC0B9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452E96-CEE0-4E64-99B7-C8EE448B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EAEBE2-0EE1-4FC2-9FBE-0013BE23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74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0A208-7904-4BB0-9862-99107D92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D18196-C60F-401B-8AD6-0539A61D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33DE57-AC3D-41A3-B85F-56DD9F06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22D181-8F72-4E8A-86C7-282B5269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6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72762B-CCC3-4370-861D-C2191657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CF0EE2-17F4-40E5-9778-07D411C3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51F72E-05BD-48D1-BC0D-30E4D672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9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BC6EB-4CC4-4D40-9CAD-37B37A2F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EC9DE0-D13B-4FCC-84C2-84AD438B7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510765-CEF3-4503-A159-71B243E37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A57DE-E9F2-4BCB-B47B-245B68B0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104E66-FB05-4B64-8036-32CF52B5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FEE77F-281A-4CFA-AD05-D2D0EB22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7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55204-B799-47D4-92A9-614D0427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6E2E43-88CD-4CB3-9921-0AF5BAC6B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74CD24-0B74-4C6F-849F-B55944010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D31AA-B82D-4610-B861-270C2F50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C4135A-9A93-401B-A9A3-AC3F7644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764C34-8941-47F1-AFCE-01745244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8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D76F2-6ECF-4C5F-8DB4-18220A88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74B74-CFAD-42FD-9E6B-89E1FF37C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15751-2A45-4E0A-A54B-D4A41A23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65EFD-2E7E-4D70-AE6D-D2D6E257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148336-A51C-423F-AF05-215C951C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46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7E9D1-5AB1-480D-8978-8A0134102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AE176C-A94B-4BDE-A605-7FF01BB20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97789C-DF5E-476C-B77A-5D9C37563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9006C-6654-491C-9F5C-1E25F1F7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9A99EE-5743-4E56-82A0-554288EC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55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ED47B5-EBEE-4CEB-9D90-F57B1D06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6AA710-10A6-49E2-BD3D-3523A3D4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9054B-CD92-4F85-A9AB-7E2238E02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8B2F7-F46F-417E-A29A-37AA67B6A1C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AC7D2-8109-4C6E-B047-DAC10671A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65DF6A-96E6-4CF0-9809-5FAC770B0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7686D-EB76-4EB1-AADE-5241D039E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91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397B2E-35EC-4403-A1BD-BF4DCFACEA99}"/>
              </a:ext>
            </a:extLst>
          </p:cNvPr>
          <p:cNvSpPr/>
          <p:nvPr/>
        </p:nvSpPr>
        <p:spPr>
          <a:xfrm>
            <a:off x="3819727" y="376221"/>
            <a:ext cx="4552546" cy="2067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코리아나 항공 홈페이지</a:t>
            </a:r>
            <a:endParaRPr lang="en-US" altLang="ko-KR" sz="3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3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프로토타입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589690-DA9B-42EF-8673-19B6E4A2D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072" y="2617028"/>
            <a:ext cx="4483856" cy="1246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F05CF5-E5EF-4438-B534-88AC4F6E8188}"/>
              </a:ext>
            </a:extLst>
          </p:cNvPr>
          <p:cNvSpPr txBox="1"/>
          <p:nvPr/>
        </p:nvSpPr>
        <p:spPr>
          <a:xfrm>
            <a:off x="4015740" y="4037019"/>
            <a:ext cx="531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조원 </a:t>
            </a:r>
            <a:r>
              <a:rPr lang="en-US" altLang="ko-KR" dirty="0"/>
              <a:t>– </a:t>
            </a:r>
            <a:r>
              <a:rPr lang="ko-KR" altLang="en-US" dirty="0" err="1"/>
              <a:t>김홍섭</a:t>
            </a:r>
            <a:r>
              <a:rPr lang="en-US" altLang="ko-KR" dirty="0"/>
              <a:t>, </a:t>
            </a:r>
            <a:r>
              <a:rPr lang="ko-KR" altLang="en-US" dirty="0" err="1"/>
              <a:t>남규민</a:t>
            </a:r>
            <a:r>
              <a:rPr lang="en-US" altLang="ko-KR" dirty="0"/>
              <a:t>, </a:t>
            </a:r>
            <a:r>
              <a:rPr lang="ko-KR" altLang="en-US" dirty="0"/>
              <a:t>심예진</a:t>
            </a:r>
            <a:r>
              <a:rPr lang="en-US" altLang="ko-KR" dirty="0"/>
              <a:t>, </a:t>
            </a:r>
            <a:r>
              <a:rPr lang="ko-KR" altLang="en-US" dirty="0"/>
              <a:t>이수현</a:t>
            </a:r>
          </a:p>
        </p:txBody>
      </p:sp>
    </p:spTree>
    <p:extLst>
      <p:ext uri="{BB962C8B-B14F-4D97-AF65-F5344CB8AC3E}">
        <p14:creationId xmlns:p14="http://schemas.microsoft.com/office/powerpoint/2010/main" val="269554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24C39F-6D1C-48D0-8888-910667C7A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35" y="381000"/>
            <a:ext cx="3957023" cy="5098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01.</a:t>
            </a:r>
            <a:r>
              <a:rPr lang="en-US" altLang="ko-KR" dirty="0"/>
              <a:t> </a:t>
            </a:r>
            <a:r>
              <a:rPr lang="ko-KR" altLang="en-US" dirty="0"/>
              <a:t>메인 페이지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AF00-FEF4-481E-9909-73A2561FEF9F}"/>
              </a:ext>
            </a:extLst>
          </p:cNvPr>
          <p:cNvSpPr txBox="1"/>
          <p:nvPr/>
        </p:nvSpPr>
        <p:spPr>
          <a:xfrm>
            <a:off x="5060509" y="1142954"/>
            <a:ext cx="116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C105CBA-AE0F-41DD-8C3E-76E62BD8C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103" y="1522419"/>
            <a:ext cx="1162265" cy="4878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7736202" y="1519851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예매</a:t>
            </a:r>
            <a:r>
              <a:rPr lang="en-US" altLang="ko-KR" sz="12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마일리지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예매 선택 버튼 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활성</a:t>
            </a:r>
            <a:r>
              <a:rPr lang="en-US" altLang="ko-KR" sz="1200" dirty="0">
                <a:latin typeface="+mj-lt"/>
                <a:ea typeface="HY견고딕" panose="02030600000101010101" pitchFamily="18" charset="-127"/>
              </a:rPr>
              <a:t>/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비활성 기능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CF275-FE62-46C3-94B2-D37161D3C364}"/>
              </a:ext>
            </a:extLst>
          </p:cNvPr>
          <p:cNvSpPr txBox="1"/>
          <p:nvPr/>
        </p:nvSpPr>
        <p:spPr>
          <a:xfrm>
            <a:off x="7736204" y="2508373"/>
            <a:ext cx="2533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서브메뉴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로 이동</a:t>
            </a:r>
            <a:r>
              <a:rPr lang="en-US" altLang="ko-KR" sz="1200" dirty="0">
                <a:latin typeface="+mj-lt"/>
                <a:ea typeface="HY견고딕" panose="02030600000101010101" pitchFamily="18" charset="-127"/>
              </a:rPr>
              <a:t>,</a:t>
            </a: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코리아나 항공을 소개하는 페이지로 이동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58AD2D7-5FB2-4AC4-BD6E-D22CE4DA6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462" y="2110046"/>
            <a:ext cx="2653381" cy="129558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29DB218-6022-489C-9558-85D5E3492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555" y="3663167"/>
            <a:ext cx="1881543" cy="28030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1BEFE28-FCED-4A0A-8FDB-859A0CA1ADD8}"/>
              </a:ext>
            </a:extLst>
          </p:cNvPr>
          <p:cNvSpPr txBox="1"/>
          <p:nvPr/>
        </p:nvSpPr>
        <p:spPr>
          <a:xfrm>
            <a:off x="7736204" y="3615124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 이벤트 페이지로 이동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C39F21-02B2-4AE3-BE9F-0DEDD1ECE2CE}"/>
              </a:ext>
            </a:extLst>
          </p:cNvPr>
          <p:cNvSpPr/>
          <p:nvPr/>
        </p:nvSpPr>
        <p:spPr>
          <a:xfrm>
            <a:off x="5295900" y="3752797"/>
            <a:ext cx="487680" cy="280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4991100" y="2506999"/>
            <a:ext cx="693419" cy="213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E0DED83-FDC2-4CFA-A6AF-C732D5A87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8568" y="4682043"/>
            <a:ext cx="1448002" cy="72400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A3A9DF-E45F-41F2-B220-746261B0EEDB}"/>
              </a:ext>
            </a:extLst>
          </p:cNvPr>
          <p:cNvSpPr txBox="1"/>
          <p:nvPr/>
        </p:nvSpPr>
        <p:spPr>
          <a:xfrm>
            <a:off x="7743823" y="4944379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로그인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로그인 페이지로 이동 가능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A8753BC-121E-43B9-9506-381A589C2D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8463" y="4377628"/>
            <a:ext cx="3623078" cy="23815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89603BC-4EE3-42D3-944E-E222EBF372AC}"/>
              </a:ext>
            </a:extLst>
          </p:cNvPr>
          <p:cNvSpPr txBox="1"/>
          <p:nvPr/>
        </p:nvSpPr>
        <p:spPr>
          <a:xfrm>
            <a:off x="8627744" y="4220378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에 마우스가 올라가면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활성화 기능</a:t>
            </a:r>
          </a:p>
        </p:txBody>
      </p:sp>
    </p:spTree>
    <p:extLst>
      <p:ext uri="{BB962C8B-B14F-4D97-AF65-F5344CB8AC3E}">
        <p14:creationId xmlns:p14="http://schemas.microsoft.com/office/powerpoint/2010/main" val="82758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02.</a:t>
            </a:r>
            <a:r>
              <a:rPr lang="en-US" altLang="ko-KR" dirty="0"/>
              <a:t> </a:t>
            </a:r>
            <a:r>
              <a:rPr lang="ko-KR" altLang="en-US" dirty="0"/>
              <a:t>로그인 페이지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AF00-FEF4-481E-9909-73A2561FEF9F}"/>
              </a:ext>
            </a:extLst>
          </p:cNvPr>
          <p:cNvSpPr txBox="1"/>
          <p:nvPr/>
        </p:nvSpPr>
        <p:spPr>
          <a:xfrm>
            <a:off x="5060509" y="1142954"/>
            <a:ext cx="116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7042782" y="1668633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아이디 </a:t>
            </a:r>
            <a:r>
              <a:rPr lang="en-US" altLang="ko-KR" sz="1200" dirty="0"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1200" dirty="0" err="1">
                <a:latin typeface="+mj-lt"/>
                <a:ea typeface="HY견고딕" panose="02030600000101010101" pitchFamily="18" charset="-127"/>
              </a:rPr>
              <a:t>스카이패스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선택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 기능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CF275-FE62-46C3-94B2-D37161D3C364}"/>
              </a:ext>
            </a:extLst>
          </p:cNvPr>
          <p:cNvSpPr txBox="1"/>
          <p:nvPr/>
        </p:nvSpPr>
        <p:spPr>
          <a:xfrm>
            <a:off x="7042782" y="2572198"/>
            <a:ext cx="253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아이디 저장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체크박스 기능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77DE27-DE8E-4C0B-9912-83D091CA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62" y="381000"/>
            <a:ext cx="4521777" cy="48704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064C0B-8727-478A-B4D6-2B01C7A58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1604071"/>
            <a:ext cx="1393553" cy="1987863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C39F21-02B2-4AE3-BE9F-0DEDD1ECE2CE}"/>
              </a:ext>
            </a:extLst>
          </p:cNvPr>
          <p:cNvSpPr/>
          <p:nvPr/>
        </p:nvSpPr>
        <p:spPr>
          <a:xfrm>
            <a:off x="5397363" y="1598768"/>
            <a:ext cx="1212987" cy="253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1B9B1A7-A16F-4864-9D68-C2C89C7AECAD}"/>
              </a:ext>
            </a:extLst>
          </p:cNvPr>
          <p:cNvSpPr/>
          <p:nvPr/>
        </p:nvSpPr>
        <p:spPr>
          <a:xfrm>
            <a:off x="5397364" y="2595351"/>
            <a:ext cx="416062" cy="253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85DB39C-B356-4C18-86F3-2ADB75674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217" y="4083801"/>
            <a:ext cx="1805111" cy="50174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CFD45E-4796-49B2-8F68-6220A81730C8}"/>
              </a:ext>
            </a:extLst>
          </p:cNvPr>
          <p:cNvSpPr/>
          <p:nvPr/>
        </p:nvSpPr>
        <p:spPr>
          <a:xfrm>
            <a:off x="5320217" y="4123817"/>
            <a:ext cx="1805110" cy="4617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C32812-7586-481A-838E-2C5B7A171E92}"/>
              </a:ext>
            </a:extLst>
          </p:cNvPr>
          <p:cNvSpPr txBox="1"/>
          <p:nvPr/>
        </p:nvSpPr>
        <p:spPr>
          <a:xfrm>
            <a:off x="7240902" y="4123817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코리아나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 로고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를 통해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메인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21526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5" y="381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03.</a:t>
            </a:r>
            <a:r>
              <a:rPr lang="en-US" altLang="ko-KR" dirty="0"/>
              <a:t> </a:t>
            </a:r>
            <a:r>
              <a:rPr lang="ko-KR" altLang="en-US" dirty="0"/>
              <a:t>이벤트 페이지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AF00-FEF4-481E-9909-73A2561FEF9F}"/>
              </a:ext>
            </a:extLst>
          </p:cNvPr>
          <p:cNvSpPr txBox="1"/>
          <p:nvPr/>
        </p:nvSpPr>
        <p:spPr>
          <a:xfrm>
            <a:off x="5060509" y="1142954"/>
            <a:ext cx="116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7743822" y="1701814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컨텐츠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 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이벤트 컨텐츠 페이지 넘김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CF275-FE62-46C3-94B2-D37161D3C364}"/>
              </a:ext>
            </a:extLst>
          </p:cNvPr>
          <p:cNvSpPr txBox="1"/>
          <p:nvPr/>
        </p:nvSpPr>
        <p:spPr>
          <a:xfrm>
            <a:off x="7743824" y="2598003"/>
            <a:ext cx="2533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각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이벤트 컨텐츠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에 마우스가 올라가면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  <a:p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버튼 활성화 기능</a:t>
            </a:r>
            <a:endParaRPr lang="en-US" altLang="ko-KR" sz="1200" dirty="0">
              <a:latin typeface="+mj-lt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84403A-56E2-4A49-B2C7-89E46B79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4" y="381000"/>
            <a:ext cx="3861345" cy="49306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076664-E5BE-44E1-BD46-333DA17A4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37" y="1678365"/>
            <a:ext cx="3229426" cy="3238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C3901E-CB8C-45EC-AE29-85AE04F9E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763" y="2534528"/>
            <a:ext cx="2816138" cy="204132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4320037" y="1655646"/>
            <a:ext cx="323704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AD591B-0CA1-41D7-96AE-ABB62ED02B19}"/>
              </a:ext>
            </a:extLst>
          </p:cNvPr>
          <p:cNvSpPr/>
          <p:nvPr/>
        </p:nvSpPr>
        <p:spPr>
          <a:xfrm>
            <a:off x="4320037" y="2560960"/>
            <a:ext cx="3025643" cy="191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53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1296F01-ED4A-479C-BADD-1C9E1E511B9B}"/>
              </a:ext>
            </a:extLst>
          </p:cNvPr>
          <p:cNvSpPr txBox="1"/>
          <p:nvPr/>
        </p:nvSpPr>
        <p:spPr>
          <a:xfrm>
            <a:off x="5210174" y="381000"/>
            <a:ext cx="3850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1399B"/>
                </a:solidFill>
              </a:rPr>
              <a:t>04.</a:t>
            </a:r>
            <a:r>
              <a:rPr lang="en-US" altLang="ko-KR" dirty="0"/>
              <a:t> </a:t>
            </a:r>
            <a:r>
              <a:rPr lang="ko-KR" altLang="en-US" dirty="0"/>
              <a:t>코리아나에 대하여 페이지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AF00-FEF4-481E-9909-73A2561FEF9F}"/>
              </a:ext>
            </a:extLst>
          </p:cNvPr>
          <p:cNvSpPr txBox="1"/>
          <p:nvPr/>
        </p:nvSpPr>
        <p:spPr>
          <a:xfrm>
            <a:off x="5060509" y="1142954"/>
            <a:ext cx="116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85525-ED4C-416C-83BC-68A2C28BCEA1}"/>
              </a:ext>
            </a:extLst>
          </p:cNvPr>
          <p:cNvSpPr txBox="1"/>
          <p:nvPr/>
        </p:nvSpPr>
        <p:spPr>
          <a:xfrm>
            <a:off x="7969011" y="2350737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소개 </a:t>
            </a:r>
            <a:r>
              <a:rPr lang="en-US" altLang="ko-KR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/ </a:t>
            </a:r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항공사 역사 컨텐츠 버튼을</a:t>
            </a:r>
            <a:r>
              <a:rPr lang="ko-KR" altLang="en-US" sz="1200" dirty="0">
                <a:solidFill>
                  <a:srgbClr val="01399B"/>
                </a:solidFill>
                <a:latin typeface="+mj-lt"/>
                <a:ea typeface="HY견고딕" panose="02030600000101010101" pitchFamily="18" charset="-127"/>
              </a:rPr>
              <a:t> 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통해 컨텐츠 페이지로 이동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BEFE28-FCED-4A0A-8FDB-859A0CA1ADD8}"/>
              </a:ext>
            </a:extLst>
          </p:cNvPr>
          <p:cNvSpPr txBox="1"/>
          <p:nvPr/>
        </p:nvSpPr>
        <p:spPr>
          <a:xfrm>
            <a:off x="7969010" y="3337652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메뉴 버튼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을 통해 서브 메뉴 활성화 가능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8A1169-E79B-49D3-A0BA-7337FDC8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6" y="381001"/>
            <a:ext cx="4683490" cy="4381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53243DA-F447-4229-882D-4A07E46A7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020" y="1849642"/>
            <a:ext cx="5658640" cy="34294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52C59C-739A-42A3-AF8C-8ED184C62C5E}"/>
              </a:ext>
            </a:extLst>
          </p:cNvPr>
          <p:cNvSpPr/>
          <p:nvPr/>
        </p:nvSpPr>
        <p:spPr>
          <a:xfrm>
            <a:off x="4813540" y="1809036"/>
            <a:ext cx="197588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E3C91E-813F-470E-8B64-A30A413DF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540" y="3370011"/>
            <a:ext cx="2120930" cy="96016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40D5AA-425B-43C8-BA03-1A9B17007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101" y="2812402"/>
            <a:ext cx="759094" cy="401873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C39F21-02B2-4AE3-BE9F-0DEDD1ECE2CE}"/>
              </a:ext>
            </a:extLst>
          </p:cNvPr>
          <p:cNvSpPr/>
          <p:nvPr/>
        </p:nvSpPr>
        <p:spPr>
          <a:xfrm>
            <a:off x="4955551" y="2851640"/>
            <a:ext cx="583900" cy="27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6A6B8A-250D-488B-BC9F-86039B66ED4E}"/>
              </a:ext>
            </a:extLst>
          </p:cNvPr>
          <p:cNvSpPr/>
          <p:nvPr/>
        </p:nvSpPr>
        <p:spPr>
          <a:xfrm>
            <a:off x="4955551" y="3429000"/>
            <a:ext cx="1267222" cy="515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4A90C4-49FD-43BD-88B4-AD9862995E54}"/>
              </a:ext>
            </a:extLst>
          </p:cNvPr>
          <p:cNvSpPr txBox="1"/>
          <p:nvPr/>
        </p:nvSpPr>
        <p:spPr>
          <a:xfrm>
            <a:off x="7969009" y="4223066"/>
            <a:ext cx="253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HY견고딕" panose="02030600000101010101" pitchFamily="18" charset="-127"/>
              </a:rPr>
              <a:t>각 페이지에서 </a:t>
            </a:r>
            <a:r>
              <a:rPr lang="ko-KR" altLang="en-US" sz="1200" dirty="0">
                <a:latin typeface="+mj-lt"/>
                <a:ea typeface="HY견고딕" panose="02030600000101010101" pitchFamily="18" charset="-127"/>
              </a:rPr>
              <a:t>버튼을 통해 유동적으로 이동 가능</a:t>
            </a:r>
          </a:p>
        </p:txBody>
      </p:sp>
    </p:spTree>
    <p:extLst>
      <p:ext uri="{BB962C8B-B14F-4D97-AF65-F5344CB8AC3E}">
        <p14:creationId xmlns:p14="http://schemas.microsoft.com/office/powerpoint/2010/main" val="339329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136</Words>
  <Application>Microsoft Office PowerPoint</Application>
  <PresentationFormat>와이드스크린</PresentationFormat>
  <Paragraphs>31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FullName</cp:lastModifiedBy>
  <cp:revision>40</cp:revision>
  <dcterms:created xsi:type="dcterms:W3CDTF">2021-05-29T07:57:04Z</dcterms:created>
  <dcterms:modified xsi:type="dcterms:W3CDTF">2025-07-04T08:54:04Z</dcterms:modified>
</cp:coreProperties>
</file>