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476" r:id="rId4"/>
    <p:sldId id="492" r:id="rId5"/>
    <p:sldId id="493" r:id="rId6"/>
    <p:sldId id="494" r:id="rId7"/>
    <p:sldId id="495" r:id="rId8"/>
    <p:sldId id="482" r:id="rId9"/>
    <p:sldId id="483" r:id="rId10"/>
    <p:sldId id="491" r:id="rId11"/>
    <p:sldId id="484" r:id="rId12"/>
    <p:sldId id="485" r:id="rId13"/>
    <p:sldId id="48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C7F52-F5A7-4829-9698-E9A2B881A553}" v="21" dt="2022-10-26T02:39:59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CE28C-4AD8-4574-886D-F23870002D0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30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154339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273106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391852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427747" y="4997278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/>
              <a:t>레이아웃  </a:t>
            </a:r>
            <a:r>
              <a:rPr lang="en-US" altLang="ko-KR" sz="3000" dirty="0"/>
              <a:t>-</a:t>
            </a:r>
            <a:r>
              <a:rPr lang="ko-KR" altLang="en-US" sz="3000" dirty="0"/>
              <a:t>화면구조</a:t>
            </a:r>
            <a:r>
              <a:rPr lang="en-US" altLang="ko-KR" sz="3000" dirty="0"/>
              <a:t>- -</a:t>
            </a:r>
            <a:r>
              <a:rPr lang="ko-KR" altLang="en-US" sz="3000" dirty="0"/>
              <a:t>상단메뉴</a:t>
            </a:r>
            <a:r>
              <a:rPr lang="en-US" altLang="ko-KR" sz="3000" dirty="0"/>
              <a:t>- -Navigation</a:t>
            </a:r>
          </a:p>
          <a:p>
            <a:pPr algn="ctr"/>
            <a:r>
              <a:rPr lang="en-US" altLang="ko-KR" sz="3000" dirty="0"/>
              <a:t>-Contents Area- -Footer Area           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구성요소 정의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EB3FE35-37F9-42C8-B197-50CF8006D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124181"/>
              </p:ext>
            </p:extLst>
          </p:nvPr>
        </p:nvGraphicFramePr>
        <p:xfrm>
          <a:off x="451637" y="1262713"/>
          <a:ext cx="11288726" cy="5265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855">
                  <a:extLst>
                    <a:ext uri="{9D8B030D-6E8A-4147-A177-3AD203B41FA5}">
                      <a16:colId xmlns:a16="http://schemas.microsoft.com/office/drawing/2014/main" val="3430678741"/>
                    </a:ext>
                  </a:extLst>
                </a:gridCol>
                <a:gridCol w="8777871">
                  <a:extLst>
                    <a:ext uri="{9D8B030D-6E8A-4147-A177-3AD203B41FA5}">
                      <a16:colId xmlns:a16="http://schemas.microsoft.com/office/drawing/2014/main" val="2178654916"/>
                    </a:ext>
                  </a:extLst>
                </a:gridCol>
              </a:tblGrid>
              <a:tr h="7215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버튼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설정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6418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5314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KOREANA </a:t>
                      </a:r>
                      <a:r>
                        <a:rPr lang="ko-KR" altLang="en-US" dirty="0"/>
                        <a:t>항공에 대한 설명페이지로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458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예약과 관련된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0092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여행준비와 관련된 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359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48240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진행중인 이벤트에 관한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9371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 페이지의 언어 설정을 변경할 수 있는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097495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키워드별로 정리한 고객들의 요구사항을 볼 수 있는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5138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C4027D9-3AD1-4B19-AF02-A2DE38328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268" y="2597315"/>
            <a:ext cx="1134696" cy="4662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ADA6A7-8CA0-476B-9A95-92D86CCC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511" y="3176235"/>
            <a:ext cx="735353" cy="4574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CF2DFC-28A2-4133-AF1E-15827977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69" y="3760554"/>
            <a:ext cx="829375" cy="4115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1D9EF4-B134-4614-9796-099998394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412" y="4327009"/>
            <a:ext cx="889955" cy="3927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61D815-2E6D-4FCC-AD0D-61F54C73A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0" y="2074444"/>
            <a:ext cx="1570115" cy="40625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F7D757D-4E69-4E39-8D91-366B3FD0B9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936" y="4897138"/>
            <a:ext cx="865431" cy="4228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47D5836-CD79-4745-989C-3602B87D0C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8780" y="5481038"/>
            <a:ext cx="1026263" cy="3784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C5D4E84-5A59-4627-B699-B8A7369664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157" y="6081240"/>
            <a:ext cx="1365426" cy="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2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01 GIT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EE37-ECB3-9DCC-2827-41FB34D3549C}"/>
              </a:ext>
            </a:extLst>
          </p:cNvPr>
          <p:cNvSpPr txBox="1"/>
          <p:nvPr/>
        </p:nvSpPr>
        <p:spPr>
          <a:xfrm>
            <a:off x="399621" y="1352394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Dev Branch </a:t>
            </a:r>
            <a:r>
              <a:rPr lang="ko-KR" altLang="en-US" dirty="0"/>
              <a:t>생성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AA0C570-5C20-1EFF-826C-DB0F8AA91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5" y="2540773"/>
            <a:ext cx="2138378" cy="800106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DE4D2E1-94E8-B279-A281-8EC6B98CD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5" y="3517122"/>
            <a:ext cx="1700225" cy="595317"/>
          </a:xfrm>
          <a:prstGeom prst="rect">
            <a:avLst/>
          </a:prstGeom>
        </p:spPr>
      </p:pic>
      <p:pic>
        <p:nvPicPr>
          <p:cNvPr id="9" name="그림 8" descr="텍스트, 모니터, 스크린샷, 화면이(가) 표시된 사진&#10;&#10;자동 생성된 설명">
            <a:extLst>
              <a:ext uri="{FF2B5EF4-FFF2-40B4-BE49-F238E27FC236}">
                <a16:creationId xmlns:a16="http://schemas.microsoft.com/office/drawing/2014/main" id="{ED15B5C2-9803-B7A4-A83D-3A215B1E21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540536" y="4916183"/>
            <a:ext cx="2600344" cy="11215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DB8356-3523-E12E-1AA7-086E3D32D5DC}"/>
              </a:ext>
            </a:extLst>
          </p:cNvPr>
          <p:cNvSpPr txBox="1"/>
          <p:nvPr/>
        </p:nvSpPr>
        <p:spPr>
          <a:xfrm>
            <a:off x="483392" y="4495077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Dev </a:t>
            </a:r>
            <a:r>
              <a:rPr lang="ko-KR" altLang="en-US" dirty="0"/>
              <a:t>에서 작업하기</a:t>
            </a: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5B98869D-C1F7-D4FC-1D0F-9746EDB28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67" y="1802853"/>
            <a:ext cx="3124223" cy="10810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740020-99CD-C51F-25A3-CF1C61EEDBF2}"/>
              </a:ext>
            </a:extLst>
          </p:cNvPr>
          <p:cNvSpPr txBox="1"/>
          <p:nvPr/>
        </p:nvSpPr>
        <p:spPr>
          <a:xfrm>
            <a:off x="4078217" y="1359864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Staging Area </a:t>
            </a:r>
            <a:r>
              <a:rPr lang="ko-KR" altLang="en-US" dirty="0"/>
              <a:t>확인</a:t>
            </a:r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53956C91-BC1D-DD61-00EF-C88A633D79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450" y="1812377"/>
            <a:ext cx="2543194" cy="1062045"/>
          </a:xfrm>
          <a:prstGeom prst="rect">
            <a:avLst/>
          </a:prstGeom>
        </p:spPr>
      </p:pic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08251708-D32A-F7E6-3194-2AC5CB56C5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67" y="4916183"/>
            <a:ext cx="2438418" cy="9286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8CD765-AD78-791A-DDDA-A838099EFF59}"/>
              </a:ext>
            </a:extLst>
          </p:cNvPr>
          <p:cNvSpPr txBox="1"/>
          <p:nvPr/>
        </p:nvSpPr>
        <p:spPr>
          <a:xfrm>
            <a:off x="4078216" y="4485551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Dev</a:t>
            </a:r>
            <a:r>
              <a:rPr lang="ko-KR" altLang="en-US" dirty="0"/>
              <a:t>에서 </a:t>
            </a:r>
            <a:r>
              <a:rPr lang="en-US" altLang="ko-KR" dirty="0"/>
              <a:t>commit</a:t>
            </a:r>
            <a:endParaRPr lang="ko-KR" altLang="en-US" dirty="0"/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F7A105B4-F3B8-5D27-25AA-A76B9C69A76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" t="-2980"/>
          <a:stretch/>
        </p:blipFill>
        <p:spPr>
          <a:xfrm>
            <a:off x="633405" y="1897969"/>
            <a:ext cx="1475365" cy="5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7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01 GIT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EE37-ECB3-9DCC-2827-41FB34D3549C}"/>
              </a:ext>
            </a:extLst>
          </p:cNvPr>
          <p:cNvSpPr txBox="1"/>
          <p:nvPr/>
        </p:nvSpPr>
        <p:spPr>
          <a:xfrm>
            <a:off x="399621" y="1439383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master</a:t>
            </a:r>
            <a:r>
              <a:rPr lang="ko-KR" altLang="en-US" dirty="0"/>
              <a:t> </a:t>
            </a:r>
            <a:r>
              <a:rPr lang="en-US" altLang="ko-KR" dirty="0"/>
              <a:t>branch</a:t>
            </a:r>
            <a:r>
              <a:rPr lang="ko-KR" altLang="en-US" dirty="0"/>
              <a:t>로 이동</a:t>
            </a:r>
          </a:p>
        </p:txBody>
      </p: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B72274F9-BCC5-66A4-A355-95059F8F8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4" y="1981200"/>
            <a:ext cx="1985977" cy="1185871"/>
          </a:xfrm>
          <a:prstGeom prst="rect">
            <a:avLst/>
          </a:prstGeom>
        </p:spPr>
      </p:pic>
      <p:pic>
        <p:nvPicPr>
          <p:cNvPr id="16" name="그림 15" descr="텍스트, 모니터, 스크린샷, 화면이(가) 표시된 사진&#10;&#10;자동 생성된 설명">
            <a:extLst>
              <a:ext uri="{FF2B5EF4-FFF2-40B4-BE49-F238E27FC236}">
                <a16:creationId xmlns:a16="http://schemas.microsoft.com/office/drawing/2014/main" id="{86F9E15D-B409-CD0E-C906-C12903603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4" y="4337853"/>
            <a:ext cx="2743220" cy="21907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47954F-4230-6D0B-0AE5-E572198159F8}"/>
              </a:ext>
            </a:extLst>
          </p:cNvPr>
          <p:cNvSpPr txBox="1"/>
          <p:nvPr/>
        </p:nvSpPr>
        <p:spPr>
          <a:xfrm>
            <a:off x="521492" y="3968521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master </a:t>
            </a:r>
            <a:r>
              <a:rPr lang="ko-KR" altLang="en-US" dirty="0"/>
              <a:t>에서 작업하기</a:t>
            </a:r>
          </a:p>
        </p:txBody>
      </p:sp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70A6F54A-D2A6-5CFA-015D-E3550D6DC4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78"/>
          <a:stretch/>
        </p:blipFill>
        <p:spPr>
          <a:xfrm>
            <a:off x="4335323" y="1925890"/>
            <a:ext cx="2332177" cy="11715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FF204E-3E23-8380-39F7-A6911BD206FF}"/>
              </a:ext>
            </a:extLst>
          </p:cNvPr>
          <p:cNvSpPr txBox="1"/>
          <p:nvPr/>
        </p:nvSpPr>
        <p:spPr>
          <a:xfrm>
            <a:off x="4163942" y="1394693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Staging Area </a:t>
            </a:r>
            <a:r>
              <a:rPr lang="ko-KR" altLang="en-US" dirty="0"/>
              <a:t>확인</a:t>
            </a:r>
          </a:p>
        </p:txBody>
      </p:sp>
      <p:pic>
        <p:nvPicPr>
          <p:cNvPr id="22" name="그림 21" descr="텍스트이(가) 표시된 사진&#10;&#10;자동 생성된 설명">
            <a:extLst>
              <a:ext uri="{FF2B5EF4-FFF2-40B4-BE49-F238E27FC236}">
                <a16:creationId xmlns:a16="http://schemas.microsoft.com/office/drawing/2014/main" id="{60AE102B-4CEF-A828-9D7F-D0CC51FDD0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66" y="1906840"/>
            <a:ext cx="2676545" cy="1195396"/>
          </a:xfrm>
          <a:prstGeom prst="rect">
            <a:avLst/>
          </a:prstGeom>
        </p:spPr>
      </p:pic>
      <p:pic>
        <p:nvPicPr>
          <p:cNvPr id="24" name="그림 23" descr="텍스트이(가) 표시된 사진&#10;&#10;자동 생성된 설명">
            <a:extLst>
              <a:ext uri="{FF2B5EF4-FFF2-40B4-BE49-F238E27FC236}">
                <a16:creationId xmlns:a16="http://schemas.microsoft.com/office/drawing/2014/main" id="{F6283D87-1480-3BEC-749C-7C11BA7A1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323" y="4367969"/>
            <a:ext cx="2595581" cy="11144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699D7BD-FB1A-B733-C411-EAE84F88D11C}"/>
              </a:ext>
            </a:extLst>
          </p:cNvPr>
          <p:cNvSpPr txBox="1"/>
          <p:nvPr/>
        </p:nvSpPr>
        <p:spPr>
          <a:xfrm>
            <a:off x="4078217" y="3983579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master</a:t>
            </a:r>
            <a:r>
              <a:rPr lang="ko-KR" altLang="en-US" dirty="0"/>
              <a:t>에서 </a:t>
            </a:r>
            <a:r>
              <a:rPr lang="en-US" altLang="ko-KR" dirty="0"/>
              <a:t>commit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171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3840334" y="2497552"/>
            <a:ext cx="0" cy="1261884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469927" y="2774551"/>
            <a:ext cx="24531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231768" y="2497552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 branch</a:t>
            </a:r>
            <a:r>
              <a:rPr lang="ko-KR" altLang="en-US" sz="3000" dirty="0"/>
              <a:t>생성 </a:t>
            </a:r>
            <a:r>
              <a:rPr lang="en-US" altLang="ko-KR" sz="3000" dirty="0"/>
              <a:t>&amp; </a:t>
            </a:r>
            <a:r>
              <a:rPr lang="ko-KR" altLang="en-US" sz="3000" dirty="0"/>
              <a:t>작업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231768" y="320543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rgbClr val="FF0000"/>
                </a:solidFill>
              </a:rPr>
              <a:t>2 merge &amp; </a:t>
            </a:r>
            <a:r>
              <a:rPr lang="en-US" altLang="ko-KR" sz="3000" dirty="0" err="1">
                <a:solidFill>
                  <a:srgbClr val="FF0000"/>
                </a:solidFill>
              </a:rPr>
              <a:t>Confilct</a:t>
            </a:r>
            <a:r>
              <a:rPr lang="ko-KR" altLang="en-US" sz="3000" dirty="0">
                <a:solidFill>
                  <a:srgbClr val="FF0000"/>
                </a:solidFill>
              </a:rPr>
              <a:t>해결</a:t>
            </a:r>
          </a:p>
        </p:txBody>
      </p:sp>
    </p:spTree>
    <p:extLst>
      <p:ext uri="{BB962C8B-B14F-4D97-AF65-F5344CB8AC3E}">
        <p14:creationId xmlns:p14="http://schemas.microsoft.com/office/powerpoint/2010/main" val="2354111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01 GIT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EE37-ECB3-9DCC-2827-41FB34D3549C}"/>
              </a:ext>
            </a:extLst>
          </p:cNvPr>
          <p:cNvSpPr txBox="1"/>
          <p:nvPr/>
        </p:nvSpPr>
        <p:spPr>
          <a:xfrm>
            <a:off x="599646" y="1575225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master</a:t>
            </a:r>
            <a:r>
              <a:rPr lang="ko-KR" altLang="en-US" dirty="0"/>
              <a:t>에서 </a:t>
            </a:r>
            <a:r>
              <a:rPr lang="en-US" altLang="ko-KR" dirty="0"/>
              <a:t>dev merge</a:t>
            </a:r>
            <a:endParaRPr lang="ko-KR" altLang="en-US" dirty="0"/>
          </a:p>
        </p:txBody>
      </p: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4D0D6970-B41F-DD69-BB30-0125BC38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3" y="2053589"/>
            <a:ext cx="2871808" cy="928694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88E39054-43C5-FA25-CBA5-6C9992FEB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3" y="3686617"/>
            <a:ext cx="5695992" cy="2547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03F316-CCAB-50EB-CA4B-66F7511935FE}"/>
              </a:ext>
            </a:extLst>
          </p:cNvPr>
          <p:cNvSpPr txBox="1"/>
          <p:nvPr/>
        </p:nvSpPr>
        <p:spPr>
          <a:xfrm>
            <a:off x="599646" y="3221278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Conflict </a:t>
            </a:r>
            <a:r>
              <a:rPr lang="ko-KR" altLang="en-US" dirty="0"/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264815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01 GIT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EE37-ECB3-9DCC-2827-41FB34D3549C}"/>
              </a:ext>
            </a:extLst>
          </p:cNvPr>
          <p:cNvSpPr txBox="1"/>
          <p:nvPr/>
        </p:nvSpPr>
        <p:spPr>
          <a:xfrm>
            <a:off x="399621" y="1352394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Conflict </a:t>
            </a:r>
            <a:r>
              <a:rPr lang="ko-KR" altLang="en-US" dirty="0"/>
              <a:t>사항 확인</a:t>
            </a:r>
            <a:r>
              <a:rPr lang="en-US" altLang="ko-KR" dirty="0"/>
              <a:t>&amp;</a:t>
            </a:r>
            <a:r>
              <a:rPr lang="ko-KR" altLang="en-US" dirty="0"/>
              <a:t>조정</a:t>
            </a:r>
          </a:p>
        </p:txBody>
      </p:sp>
      <p:pic>
        <p:nvPicPr>
          <p:cNvPr id="3" name="그림 2" descr="텍스트, 모니터, 전자제품, 화면이(가) 표시된 사진&#10;&#10;자동 생성된 설명">
            <a:extLst>
              <a:ext uri="{FF2B5EF4-FFF2-40B4-BE49-F238E27FC236}">
                <a16:creationId xmlns:a16="http://schemas.microsoft.com/office/drawing/2014/main" id="{D9DD4FEF-B2B4-BD44-2B6E-66874FDAE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7" y="1837134"/>
            <a:ext cx="1690700" cy="966795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977D7D5-F7B7-2E8F-D6B7-DFC38C619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7" y="3599014"/>
            <a:ext cx="3162323" cy="2476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34A296-0C89-9128-95C4-CA10ADE117AD}"/>
              </a:ext>
            </a:extLst>
          </p:cNvPr>
          <p:cNvSpPr txBox="1"/>
          <p:nvPr/>
        </p:nvSpPr>
        <p:spPr>
          <a:xfrm>
            <a:off x="399621" y="3059668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Staging</a:t>
            </a:r>
            <a:r>
              <a:rPr lang="ko-KR" altLang="en-US" dirty="0"/>
              <a:t> </a:t>
            </a:r>
            <a:r>
              <a:rPr lang="en-US" altLang="ko-KR" dirty="0"/>
              <a:t>Area</a:t>
            </a:r>
            <a:r>
              <a:rPr lang="ko-KR" altLang="en-US" dirty="0"/>
              <a:t> 확인</a:t>
            </a: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04E4EE94-0746-E11C-4CC9-10BF1194DC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12"/>
          <a:stretch/>
        </p:blipFill>
        <p:spPr>
          <a:xfrm>
            <a:off x="5021196" y="1915767"/>
            <a:ext cx="2038365" cy="356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6EE198-D4BC-2007-4018-B8B6CE66039D}"/>
              </a:ext>
            </a:extLst>
          </p:cNvPr>
          <p:cNvSpPr txBox="1"/>
          <p:nvPr/>
        </p:nvSpPr>
        <p:spPr>
          <a:xfrm>
            <a:off x="4800171" y="1342252"/>
            <a:ext cx="327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merge</a:t>
            </a:r>
            <a:r>
              <a:rPr lang="ko-KR" altLang="en-US" dirty="0"/>
              <a:t> 진행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84BEA-B29F-F34A-B52A-B7E7F8D84683}"/>
              </a:ext>
            </a:extLst>
          </p:cNvPr>
          <p:cNvSpPr txBox="1"/>
          <p:nvPr/>
        </p:nvSpPr>
        <p:spPr>
          <a:xfrm>
            <a:off x="4943046" y="2413337"/>
            <a:ext cx="4982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참고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git merge --abort  : </a:t>
            </a:r>
            <a:r>
              <a:rPr lang="ko-KR" altLang="en-US" sz="1200" dirty="0"/>
              <a:t>충돌 무시 병합</a:t>
            </a:r>
            <a:endParaRPr lang="en-US" altLang="ko-KR" sz="1200" dirty="0"/>
          </a:p>
          <a:p>
            <a:r>
              <a:rPr lang="en-US" altLang="ko-KR" sz="1200" dirty="0"/>
              <a:t>git merge --continue : </a:t>
            </a:r>
            <a:r>
              <a:rPr lang="ko-KR" altLang="en-US" sz="1200" dirty="0"/>
              <a:t>충돌 해결 후 병합</a:t>
            </a:r>
          </a:p>
        </p:txBody>
      </p:sp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E5DAA7B6-9173-D402-A87C-E77FFAE438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046" y="3557238"/>
            <a:ext cx="2395555" cy="22145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0B07E8-9940-A404-F524-D7BD15CFEAF8}"/>
              </a:ext>
            </a:extLst>
          </p:cNvPr>
          <p:cNvSpPr txBox="1"/>
          <p:nvPr/>
        </p:nvSpPr>
        <p:spPr>
          <a:xfrm>
            <a:off x="8072471" y="1342252"/>
            <a:ext cx="347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로그 확인</a:t>
            </a:r>
          </a:p>
        </p:txBody>
      </p:sp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084D7F9A-F9F8-4448-FEF9-A7F046443D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36"/>
          <a:stretch/>
        </p:blipFill>
        <p:spPr>
          <a:xfrm>
            <a:off x="8267150" y="1852947"/>
            <a:ext cx="2057415" cy="117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9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01 GIT</a:t>
            </a:r>
            <a:endParaRPr lang="ko-KR" alt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3EE37-ECB3-9DCC-2827-41FB34D3549C}"/>
              </a:ext>
            </a:extLst>
          </p:cNvPr>
          <p:cNvSpPr txBox="1"/>
          <p:nvPr/>
        </p:nvSpPr>
        <p:spPr>
          <a:xfrm>
            <a:off x="399621" y="1352394"/>
            <a:ext cx="674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dev</a:t>
            </a:r>
            <a:r>
              <a:rPr lang="ko-KR" altLang="en-US" dirty="0"/>
              <a:t>에서 병합하기</a:t>
            </a:r>
          </a:p>
        </p:txBody>
      </p: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76FDDDC1-4CF2-3CC0-D33C-B4A36941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21" y="1945867"/>
            <a:ext cx="2057415" cy="1047758"/>
          </a:xfrm>
          <a:prstGeom prst="rect">
            <a:avLst/>
          </a:prstGeom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BFCDC82F-4158-7BF9-247E-A9C4EEFA3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21" y="3309935"/>
            <a:ext cx="2319354" cy="638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EE6AB-3434-C328-F14F-28FA42A6C27C}"/>
              </a:ext>
            </a:extLst>
          </p:cNvPr>
          <p:cNvSpPr txBox="1"/>
          <p:nvPr/>
        </p:nvSpPr>
        <p:spPr>
          <a:xfrm>
            <a:off x="3038045" y="3293945"/>
            <a:ext cx="764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Git merge dev --ff (fast-forward merge) : </a:t>
            </a:r>
            <a:r>
              <a:rPr lang="ko-KR" altLang="en-US" sz="1400" dirty="0"/>
              <a:t>기본값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head,branch</a:t>
            </a:r>
            <a:r>
              <a:rPr lang="ko-KR" altLang="en-US" sz="1400" dirty="0"/>
              <a:t>이동</a:t>
            </a:r>
            <a:endParaRPr lang="en-US" altLang="ko-KR" sz="1400" dirty="0"/>
          </a:p>
          <a:p>
            <a:r>
              <a:rPr lang="en-US" altLang="ko-KR" sz="1400" dirty="0"/>
              <a:t>Git merge dev --no—ff(no fast-forward merge) : </a:t>
            </a:r>
            <a:r>
              <a:rPr lang="ko-KR" altLang="en-US" sz="1400" dirty="0"/>
              <a:t>새로운 </a:t>
            </a:r>
            <a:r>
              <a:rPr lang="en-US" altLang="ko-KR" sz="1400" dirty="0"/>
              <a:t>commit</a:t>
            </a:r>
            <a:r>
              <a:rPr lang="ko-KR" altLang="en-US" sz="1400" dirty="0"/>
              <a:t>생성 </a:t>
            </a:r>
            <a:r>
              <a:rPr lang="en-US" altLang="ko-KR" sz="1400" dirty="0"/>
              <a:t>, head , branch</a:t>
            </a:r>
            <a:r>
              <a:rPr lang="ko-KR" altLang="en-US" sz="1400" dirty="0"/>
              <a:t>이동</a:t>
            </a:r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522A9D02-EE37-1B73-93F8-CF0610F27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21" y="4517145"/>
            <a:ext cx="2400318" cy="123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11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322</Words>
  <Application>Microsoft Office PowerPoint</Application>
  <PresentationFormat>와이드스크린</PresentationFormat>
  <Paragraphs>68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FullName</cp:lastModifiedBy>
  <cp:revision>668</cp:revision>
  <dcterms:created xsi:type="dcterms:W3CDTF">2021-05-29T07:48:15Z</dcterms:created>
  <dcterms:modified xsi:type="dcterms:W3CDTF">2025-07-04T08:48:47Z</dcterms:modified>
</cp:coreProperties>
</file>