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81" r:id="rId4"/>
    <p:sldId id="282" r:id="rId5"/>
    <p:sldId id="283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39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540C88-F731-DEB9-5570-1F33B2023BBB}" v="2" dt="2025-07-04T14:49:28.891"/>
    <p1510:client id="{DF545949-EFCE-48FF-BB96-D38BBE868F04}" v="37" dt="2025-07-04T14:42:28.6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4" autoAdjust="0"/>
    <p:restoredTop sz="92191" autoAdjust="0"/>
  </p:normalViewPr>
  <p:slideViewPr>
    <p:cSldViewPr snapToGrid="0">
      <p:cViewPr>
        <p:scale>
          <a:sx n="125" d="100"/>
          <a:sy n="125" d="100"/>
        </p:scale>
        <p:origin x="-97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9B5BB8-6F10-4680-9A0A-763D82D93D3F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4F3EDC-C7D8-4E83-B889-EF8FDEE3C2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79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A28152-4DFA-47FE-A98A-E21083D147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96BFB5F-C13E-4282-8310-D3F4AA733F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FC2FD2-8F80-4186-AF4F-8375D9316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89E067-572F-4366-B5F6-DECE1E385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7749-1327-464E-87BE-D3FCDF75A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406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7F9D50-37F6-4652-80A2-42A96EB6C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9DCAB0-859B-4743-B467-79AD973A9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5C83D8-0DD0-46A0-962B-9A8BE3C22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50C325-9CDA-4C70-B7CE-081A77F9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8B386D-4097-4E55-A77E-882FDD425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254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114143-48CC-4869-B8C9-88DF5120E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7BCAC7-6852-465F-9C74-9C3F659AF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5E410F-7246-48D5-AE0D-5F65C0FDA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831CFB-0456-46A1-8D64-35BE5B7C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D5EA31-74E8-4B2E-8487-95414BB89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618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F38127-C9F8-4E68-BE8E-14C658C50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AE0666-79CD-45F8-956E-1CE49AD658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9CAE38-380E-4CB9-9D12-074AD1541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6FA6D9-1A0B-42B3-BB36-B2BDD41B3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519E28-ADDE-409B-8408-E3E32068F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E28664-292E-49F9-8EA6-7B7350F93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1775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2A57A2-0752-4BCE-8EB6-7D5904C3C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E417F4-ECE4-4223-AA6E-4F7387442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E92602-89ED-48E9-B095-D6C01A5D9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4B8A12D-4536-4FB3-A52A-8D2C4BADCB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12720DC-ADAA-4989-AFEC-89478E0B4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8FBE77F-2943-46E1-B96F-BDCFC0B90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9452E96-CEE0-4E64-99B7-C8EE448B7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7EAEBE2-0EE1-4FC2-9FBE-0013BE235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6748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90A208-7904-4BB0-9862-99107D92F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5D18196-C60F-401B-8AD6-0539A61DB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733DE57-AC3D-41A3-B85F-56DD9F066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22D181-8F72-4E8A-86C7-282B52695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62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E72762B-CCC3-4370-861D-C2191657B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7CF0EE2-17F4-40E5-9778-07D411C39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51F72E-05BD-48D1-BC0D-30E4D672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095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7BC6EB-4CC4-4D40-9CAD-37B37A2F9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EC9DE0-D13B-4FCC-84C2-84AD438B7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510765-CEF3-4503-A159-71B243E37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4A57DE-E9F2-4BCB-B47B-245B68B09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104E66-FB05-4B64-8036-32CF52B55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FEE77F-281A-4CFA-AD05-D2D0EB22E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179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F55204-B799-47D4-92A9-614D0427F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96E2E43-88CD-4CB3-9921-0AF5BAC6B7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74CD24-0B74-4C6F-849F-B55944010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AD31AA-B82D-4610-B861-270C2F501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C4135A-9A93-401B-A9A3-AC3F76443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764C34-8941-47F1-AFCE-01745244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85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CD76F2-6ECF-4C5F-8DB4-18220A887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174B74-CFAD-42FD-9E6B-89E1FF37C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715751-2A45-4E0A-A54B-D4A41A235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D65EFD-2E7E-4D70-AE6D-D2D6E257F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148336-A51C-423F-AF05-215C951C9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2469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0D7E9D1-5AB1-480D-8978-8A01341026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7AE176C-A94B-4BDE-A605-7FF01BB20E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97789C-DF5E-476C-B77A-5D9C37563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09006C-6654-491C-9F5C-1E25F1F7A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9A99EE-5743-4E56-82A0-554288EC4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551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2ED47B5-EBEE-4CEB-9D90-F57B1D06C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6AA710-10A6-49E2-BD3D-3523A3D43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B9054B-CD92-4F85-A9AB-7E2238E02D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9AC7D2-8109-4C6E-B047-DAC10671A0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65DF6A-96E6-4CF0-9809-5FAC770B0C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2913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1397B2E-35EC-4403-A1BD-BF4DCFACEA99}"/>
              </a:ext>
            </a:extLst>
          </p:cNvPr>
          <p:cNvSpPr/>
          <p:nvPr/>
        </p:nvSpPr>
        <p:spPr>
          <a:xfrm>
            <a:off x="3819727" y="376221"/>
            <a:ext cx="4552546" cy="20671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코리아나 항공 홈페이지</a:t>
            </a:r>
            <a:endParaRPr lang="en-US" altLang="ko-KR" sz="3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3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프로토타입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D589690-DA9B-42EF-8673-19B6E4A2D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072" y="2617028"/>
            <a:ext cx="4483856" cy="12463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4F05CF5-E5EF-4438-B534-88AC4F6E8188}"/>
              </a:ext>
            </a:extLst>
          </p:cNvPr>
          <p:cNvSpPr txBox="1"/>
          <p:nvPr/>
        </p:nvSpPr>
        <p:spPr>
          <a:xfrm>
            <a:off x="4015740" y="4037019"/>
            <a:ext cx="5311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조원 </a:t>
            </a:r>
            <a:r>
              <a:rPr lang="en-US" altLang="ko-KR" dirty="0"/>
              <a:t>– </a:t>
            </a:r>
            <a:r>
              <a:rPr lang="ko-KR" altLang="en-US" dirty="0" err="1"/>
              <a:t>김홍섭</a:t>
            </a:r>
            <a:r>
              <a:rPr lang="en-US" altLang="ko-KR" dirty="0"/>
              <a:t>, </a:t>
            </a:r>
            <a:r>
              <a:rPr lang="ko-KR" altLang="en-US" dirty="0" err="1"/>
              <a:t>남규민</a:t>
            </a:r>
            <a:r>
              <a:rPr lang="en-US" altLang="ko-KR" dirty="0"/>
              <a:t>, </a:t>
            </a:r>
            <a:r>
              <a:rPr lang="ko-KR" altLang="en-US" dirty="0"/>
              <a:t>심예진</a:t>
            </a:r>
            <a:r>
              <a:rPr lang="en-US" altLang="ko-KR" dirty="0"/>
              <a:t>, </a:t>
            </a:r>
            <a:r>
              <a:rPr lang="ko-KR" altLang="en-US" dirty="0"/>
              <a:t>이수현</a:t>
            </a:r>
          </a:p>
        </p:txBody>
      </p:sp>
    </p:spTree>
    <p:extLst>
      <p:ext uri="{BB962C8B-B14F-4D97-AF65-F5344CB8AC3E}">
        <p14:creationId xmlns:p14="http://schemas.microsoft.com/office/powerpoint/2010/main" val="2695549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824C39F-6D1C-48D0-8888-910667C7A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43" y="43221"/>
            <a:ext cx="4678056" cy="60279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296F01-ED4A-479C-BADD-1C9E1E511B9B}"/>
              </a:ext>
            </a:extLst>
          </p:cNvPr>
          <p:cNvSpPr txBox="1"/>
          <p:nvPr/>
        </p:nvSpPr>
        <p:spPr>
          <a:xfrm>
            <a:off x="5210175" y="381000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1399B"/>
                </a:solidFill>
              </a:rPr>
              <a:t>01.</a:t>
            </a:r>
            <a:r>
              <a:rPr lang="en-US" altLang="ko-KR" dirty="0"/>
              <a:t> </a:t>
            </a:r>
            <a:r>
              <a:rPr lang="ko-KR" altLang="en-US" dirty="0"/>
              <a:t>메인 페이지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36AF00-FEF4-481E-9909-73A2561FEF9F}"/>
              </a:ext>
            </a:extLst>
          </p:cNvPr>
          <p:cNvSpPr txBox="1"/>
          <p:nvPr/>
        </p:nvSpPr>
        <p:spPr>
          <a:xfrm>
            <a:off x="5205308" y="774538"/>
            <a:ext cx="3071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▶기능 소개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D85525-ED4C-416C-83BC-68A2C28BCEA1}"/>
              </a:ext>
            </a:extLst>
          </p:cNvPr>
          <p:cNvSpPr txBox="1"/>
          <p:nvPr/>
        </p:nvSpPr>
        <p:spPr>
          <a:xfrm>
            <a:off x="9058566" y="1669567"/>
            <a:ext cx="1956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예매</a:t>
            </a:r>
            <a:r>
              <a:rPr lang="en-US" altLang="ko-KR" sz="1200" dirty="0">
                <a:latin typeface="+mj-lt"/>
                <a:ea typeface="HY견고딕" panose="02030600000101010101" pitchFamily="18" charset="-127"/>
              </a:rPr>
              <a:t>/</a:t>
            </a:r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마일리지</a:t>
            </a:r>
            <a:r>
              <a:rPr lang="ko-KR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 선택 버튼 </a:t>
            </a:r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활성</a:t>
            </a:r>
            <a:r>
              <a:rPr lang="en-US" altLang="ko-KR" sz="1200" dirty="0">
                <a:latin typeface="+mj-lt"/>
                <a:ea typeface="HY견고딕" panose="02030600000101010101" pitchFamily="18" charset="-127"/>
              </a:rPr>
              <a:t>/</a:t>
            </a:r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비활성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5CF275-FE62-46C3-94B2-D37161D3C364}"/>
              </a:ext>
            </a:extLst>
          </p:cNvPr>
          <p:cNvSpPr txBox="1"/>
          <p:nvPr/>
        </p:nvSpPr>
        <p:spPr>
          <a:xfrm>
            <a:off x="9058566" y="2347960"/>
            <a:ext cx="20173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항공사 소개 버튼</a:t>
            </a:r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을 통해</a:t>
            </a:r>
            <a:endParaRPr lang="en-US" altLang="ko-KR" sz="12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코리아나 항공을 소개하는 페이지로 이동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A29DB218-6022-489C-9558-85D5E3492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354" y="3397539"/>
            <a:ext cx="1881543" cy="28030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1BEFE28-FCED-4A0A-8FDB-859A0CA1ADD8}"/>
              </a:ext>
            </a:extLst>
          </p:cNvPr>
          <p:cNvSpPr txBox="1"/>
          <p:nvPr/>
        </p:nvSpPr>
        <p:spPr>
          <a:xfrm>
            <a:off x="9058566" y="3308173"/>
            <a:ext cx="17004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이벤트 버튼</a:t>
            </a:r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을 통해 이벤트 페이지로 이동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7C39F21-02B2-4AE3-BE9F-0DEDD1ECE2CE}"/>
              </a:ext>
            </a:extLst>
          </p:cNvPr>
          <p:cNvSpPr/>
          <p:nvPr/>
        </p:nvSpPr>
        <p:spPr>
          <a:xfrm>
            <a:off x="6165163" y="3396800"/>
            <a:ext cx="487680" cy="2803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5E0DED83-FDC2-4CFA-A6AF-C732D5A878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409" y="3719549"/>
            <a:ext cx="1448002" cy="72400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DA3A9DF-E45F-41F2-B220-746261B0EEDB}"/>
              </a:ext>
            </a:extLst>
          </p:cNvPr>
          <p:cNvSpPr txBox="1"/>
          <p:nvPr/>
        </p:nvSpPr>
        <p:spPr>
          <a:xfrm>
            <a:off x="9058564" y="3884389"/>
            <a:ext cx="2040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로그인 버튼</a:t>
            </a:r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을 통해</a:t>
            </a:r>
            <a:endParaRPr lang="en-US" altLang="ko-KR" sz="12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로그인 페이지로 이동 가능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9603BC-4EE3-42D3-944E-E222EBF372AC}"/>
              </a:ext>
            </a:extLst>
          </p:cNvPr>
          <p:cNvSpPr txBox="1"/>
          <p:nvPr/>
        </p:nvSpPr>
        <p:spPr>
          <a:xfrm>
            <a:off x="9058562" y="4528534"/>
            <a:ext cx="1564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변경 버튼</a:t>
            </a:r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으로</a:t>
            </a:r>
            <a:endParaRPr lang="en-US" altLang="ko-KR" sz="12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출발 도착지 변경</a:t>
            </a:r>
            <a:endParaRPr lang="en-US" altLang="ko-KR" sz="1200" dirty="0">
              <a:latin typeface="+mj-lt"/>
              <a:ea typeface="HY견고딕" panose="0203060000010101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4B13219-B72E-1729-BCD1-7FD13365EC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7767" y="4450995"/>
            <a:ext cx="927230" cy="57384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66F4812-1685-BBA9-19FC-3E52EE01D9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3780" y="5345714"/>
            <a:ext cx="4044784" cy="36933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A4A8E0B-0ABE-CC83-0FD7-268F39D0C6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8164" y="1641642"/>
            <a:ext cx="1906433" cy="70631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EDEEE034-9738-4E8E-B517-7BC62F289457}"/>
              </a:ext>
            </a:extLst>
          </p:cNvPr>
          <p:cNvSpPr/>
          <p:nvPr/>
        </p:nvSpPr>
        <p:spPr>
          <a:xfrm>
            <a:off x="5013779" y="5321508"/>
            <a:ext cx="4044783" cy="3935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C4B4498-66D5-B013-0F0A-0468583D2539}"/>
              </a:ext>
            </a:extLst>
          </p:cNvPr>
          <p:cNvSpPr/>
          <p:nvPr/>
        </p:nvSpPr>
        <p:spPr>
          <a:xfrm>
            <a:off x="6018163" y="1630654"/>
            <a:ext cx="1906433" cy="7063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F2C40FE-C36B-4E0D-E1BD-72D4FAE36318}"/>
              </a:ext>
            </a:extLst>
          </p:cNvPr>
          <p:cNvSpPr/>
          <p:nvPr/>
        </p:nvSpPr>
        <p:spPr>
          <a:xfrm>
            <a:off x="6645530" y="3846728"/>
            <a:ext cx="1034571" cy="4852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1FE875B-EFC9-DAD3-7BFC-28B068BD9C5D}"/>
              </a:ext>
            </a:extLst>
          </p:cNvPr>
          <p:cNvSpPr/>
          <p:nvPr/>
        </p:nvSpPr>
        <p:spPr>
          <a:xfrm>
            <a:off x="7054640" y="4569276"/>
            <a:ext cx="216408" cy="1803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664D994F-A590-6A76-74DB-8F1149BCF0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7303" y="2442036"/>
            <a:ext cx="1905803" cy="930557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1D817487-16B3-F814-26EC-93380F1130D6}"/>
              </a:ext>
            </a:extLst>
          </p:cNvPr>
          <p:cNvSpPr/>
          <p:nvPr/>
        </p:nvSpPr>
        <p:spPr>
          <a:xfrm>
            <a:off x="6113405" y="2475141"/>
            <a:ext cx="627681" cy="3655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60D954-A065-BA33-0BE2-8C50043F6290}"/>
              </a:ext>
            </a:extLst>
          </p:cNvPr>
          <p:cNvSpPr txBox="1"/>
          <p:nvPr/>
        </p:nvSpPr>
        <p:spPr>
          <a:xfrm>
            <a:off x="9058564" y="5321508"/>
            <a:ext cx="1564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컨텐츠 버튼</a:t>
            </a:r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효과</a:t>
            </a:r>
            <a:endParaRPr lang="en-US" altLang="ko-KR" sz="1200" dirty="0">
              <a:latin typeface="+mj-lt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7588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1296F01-ED4A-479C-BADD-1C9E1E511B9B}"/>
              </a:ext>
            </a:extLst>
          </p:cNvPr>
          <p:cNvSpPr txBox="1"/>
          <p:nvPr/>
        </p:nvSpPr>
        <p:spPr>
          <a:xfrm>
            <a:off x="5210175" y="381000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1399B"/>
                </a:solidFill>
              </a:rPr>
              <a:t>02.</a:t>
            </a:r>
            <a:r>
              <a:rPr lang="en-US" altLang="ko-KR" dirty="0"/>
              <a:t> </a:t>
            </a:r>
            <a:r>
              <a:rPr lang="ko-KR" altLang="en-US" dirty="0"/>
              <a:t>로그인 페이지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D85525-ED4C-416C-83BC-68A2C28BCEA1}"/>
              </a:ext>
            </a:extLst>
          </p:cNvPr>
          <p:cNvSpPr txBox="1"/>
          <p:nvPr/>
        </p:nvSpPr>
        <p:spPr>
          <a:xfrm>
            <a:off x="6998178" y="1713708"/>
            <a:ext cx="1491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아이디 </a:t>
            </a:r>
            <a:r>
              <a:rPr lang="en-US" altLang="ko-KR" sz="900" dirty="0">
                <a:latin typeface="+mj-lt"/>
                <a:ea typeface="HY견고딕" panose="02030600000101010101" pitchFamily="18" charset="-127"/>
              </a:rPr>
              <a:t>/ </a:t>
            </a:r>
            <a:r>
              <a:rPr lang="ko-KR" altLang="en-US" sz="900" dirty="0" err="1">
                <a:latin typeface="+mj-lt"/>
                <a:ea typeface="HY견고딕" panose="02030600000101010101" pitchFamily="18" charset="-127"/>
              </a:rPr>
              <a:t>스카이패스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 번호</a:t>
            </a:r>
            <a:endParaRPr lang="en-US" altLang="ko-KR" sz="9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선택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 기능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C77DE27-DE8E-4C0B-9912-83D091CA1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" y="295116"/>
            <a:ext cx="5119586" cy="5514372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D85DB39C-B356-4C18-86F3-2ADB75674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645" y="4936130"/>
            <a:ext cx="1208577" cy="335930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6CFD45E-4796-49B2-8F68-6220A81730C8}"/>
              </a:ext>
            </a:extLst>
          </p:cNvPr>
          <p:cNvSpPr/>
          <p:nvPr/>
        </p:nvSpPr>
        <p:spPr>
          <a:xfrm>
            <a:off x="5404228" y="4949796"/>
            <a:ext cx="1203994" cy="3113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8B647F-C449-5526-3108-D5AA86D81C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0353" y="1478033"/>
            <a:ext cx="1491293" cy="131648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C3C85B3B-E5B7-2677-67BD-104A1F023237}"/>
              </a:ext>
            </a:extLst>
          </p:cNvPr>
          <p:cNvSpPr/>
          <p:nvPr/>
        </p:nvSpPr>
        <p:spPr>
          <a:xfrm>
            <a:off x="5350353" y="1464115"/>
            <a:ext cx="1491293" cy="3345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C86F4D6-0DF9-7BD5-97A0-7C5EE1D3A8CC}"/>
              </a:ext>
            </a:extLst>
          </p:cNvPr>
          <p:cNvSpPr/>
          <p:nvPr/>
        </p:nvSpPr>
        <p:spPr>
          <a:xfrm>
            <a:off x="5408050" y="2592263"/>
            <a:ext cx="632070" cy="1407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31E47AC-E3F6-92CE-C4BD-7D96F456E4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2559" y="3336147"/>
            <a:ext cx="1297784" cy="24957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6E94F0C-4195-6F77-72A4-105BDECDEA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2558" y="3799922"/>
            <a:ext cx="1491293" cy="66835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25E7EDC-93B6-B88D-B9CE-51D0DB6D4509}"/>
              </a:ext>
            </a:extLst>
          </p:cNvPr>
          <p:cNvSpPr txBox="1"/>
          <p:nvPr/>
        </p:nvSpPr>
        <p:spPr>
          <a:xfrm>
            <a:off x="5205308" y="774538"/>
            <a:ext cx="3071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▶기능 소개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44BF86D-50CA-3811-39FD-9E898200C93B}"/>
              </a:ext>
            </a:extLst>
          </p:cNvPr>
          <p:cNvSpPr/>
          <p:nvPr/>
        </p:nvSpPr>
        <p:spPr>
          <a:xfrm>
            <a:off x="5342558" y="3809272"/>
            <a:ext cx="1491293" cy="3668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CCE2F90-78DD-4166-1C49-D4B1D7251DAC}"/>
              </a:ext>
            </a:extLst>
          </p:cNvPr>
          <p:cNvSpPr/>
          <p:nvPr/>
        </p:nvSpPr>
        <p:spPr>
          <a:xfrm>
            <a:off x="5342558" y="3324098"/>
            <a:ext cx="1340007" cy="3126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E0B331-673A-1D67-8EE8-C7766A5B5975}"/>
              </a:ext>
            </a:extLst>
          </p:cNvPr>
          <p:cNvSpPr txBox="1"/>
          <p:nvPr/>
        </p:nvSpPr>
        <p:spPr>
          <a:xfrm>
            <a:off x="10485776" y="1436709"/>
            <a:ext cx="1600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항공사 소개 버튼</a:t>
            </a:r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을 통해</a:t>
            </a:r>
            <a:endParaRPr lang="en-US" altLang="ko-KR" sz="8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코리아나 항공을 소개하는 페이지로 이동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A795F998-B3E2-0BCE-824F-B0912E840E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2889" y="3338953"/>
            <a:ext cx="1490277" cy="25733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0432EF1-4556-8B52-AEF3-2E1D430E063A}"/>
              </a:ext>
            </a:extLst>
          </p:cNvPr>
          <p:cNvSpPr txBox="1"/>
          <p:nvPr/>
        </p:nvSpPr>
        <p:spPr>
          <a:xfrm>
            <a:off x="10233166" y="3394943"/>
            <a:ext cx="1700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이벤트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을 통해 이벤트 페이지로 이동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9579F43-2A17-BA47-74DB-F51E050A5BCD}"/>
              </a:ext>
            </a:extLst>
          </p:cNvPr>
          <p:cNvSpPr/>
          <p:nvPr/>
        </p:nvSpPr>
        <p:spPr>
          <a:xfrm>
            <a:off x="8757830" y="3336506"/>
            <a:ext cx="463241" cy="2597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F44753C1-35B9-E4C6-AC37-48DFC95632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38497" y="4875183"/>
            <a:ext cx="733605" cy="36680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452197A5-8316-9A16-6968-D3DE54E80C5D}"/>
              </a:ext>
            </a:extLst>
          </p:cNvPr>
          <p:cNvSpPr txBox="1"/>
          <p:nvPr/>
        </p:nvSpPr>
        <p:spPr>
          <a:xfrm>
            <a:off x="10045852" y="4872654"/>
            <a:ext cx="204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로그인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을 통해</a:t>
            </a:r>
            <a:endParaRPr lang="en-US" altLang="ko-KR" sz="9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로그인 페이지로 이동 가능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DE18AD9-272D-0BBD-96CA-44F80BD5F5F2}"/>
              </a:ext>
            </a:extLst>
          </p:cNvPr>
          <p:cNvSpPr/>
          <p:nvPr/>
        </p:nvSpPr>
        <p:spPr>
          <a:xfrm>
            <a:off x="8990634" y="4919429"/>
            <a:ext cx="642217" cy="3225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518DBAF7-643D-C86D-A240-00CC6B924D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0281" y="1144222"/>
            <a:ext cx="1995495" cy="974351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5235A01A-5200-5582-A1F9-F5D14887254E}"/>
              </a:ext>
            </a:extLst>
          </p:cNvPr>
          <p:cNvSpPr/>
          <p:nvPr/>
        </p:nvSpPr>
        <p:spPr>
          <a:xfrm>
            <a:off x="8561130" y="1186170"/>
            <a:ext cx="570678" cy="350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3D1303-7177-D074-9E6C-9D71787BB447}"/>
              </a:ext>
            </a:extLst>
          </p:cNvPr>
          <p:cNvSpPr txBox="1"/>
          <p:nvPr/>
        </p:nvSpPr>
        <p:spPr>
          <a:xfrm>
            <a:off x="6989292" y="2617625"/>
            <a:ext cx="15965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아이디 저장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체크박스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 기능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E2D3D3-F71E-1A2C-4CD4-0C1997157F45}"/>
              </a:ext>
            </a:extLst>
          </p:cNvPr>
          <p:cNvSpPr txBox="1"/>
          <p:nvPr/>
        </p:nvSpPr>
        <p:spPr>
          <a:xfrm>
            <a:off x="6998178" y="3407662"/>
            <a:ext cx="1491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로그인 </a:t>
            </a:r>
            <a:r>
              <a:rPr lang="en-US" altLang="ko-KR" sz="900" dirty="0">
                <a:latin typeface="+mj-lt"/>
                <a:ea typeface="HY견고딕" panose="02030600000101010101" pitchFamily="18" charset="-127"/>
              </a:rPr>
              <a:t>/ 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회원가입</a:t>
            </a:r>
            <a:endParaRPr lang="en-US" altLang="ko-KR" sz="9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버튼 활성화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 기능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36BBE9-9270-82CB-9CFF-192D3E2D12AF}"/>
              </a:ext>
            </a:extLst>
          </p:cNvPr>
          <p:cNvSpPr txBox="1"/>
          <p:nvPr/>
        </p:nvSpPr>
        <p:spPr>
          <a:xfrm>
            <a:off x="7002017" y="4919429"/>
            <a:ext cx="1491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코리아나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항공 로고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를 통해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메인 페이지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로 이동</a:t>
            </a:r>
          </a:p>
        </p:txBody>
      </p:sp>
    </p:spTree>
    <p:extLst>
      <p:ext uri="{BB962C8B-B14F-4D97-AF65-F5344CB8AC3E}">
        <p14:creationId xmlns:p14="http://schemas.microsoft.com/office/powerpoint/2010/main" val="215266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1296F01-ED4A-479C-BADD-1C9E1E511B9B}"/>
              </a:ext>
            </a:extLst>
          </p:cNvPr>
          <p:cNvSpPr txBox="1"/>
          <p:nvPr/>
        </p:nvSpPr>
        <p:spPr>
          <a:xfrm>
            <a:off x="5210175" y="381000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1399B"/>
                </a:solidFill>
              </a:rPr>
              <a:t>03.</a:t>
            </a:r>
            <a:r>
              <a:rPr lang="en-US" altLang="ko-KR" dirty="0"/>
              <a:t> </a:t>
            </a:r>
            <a:r>
              <a:rPr lang="ko-KR" altLang="en-US" dirty="0"/>
              <a:t>이벤트 페이지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D85525-ED4C-416C-83BC-68A2C28BCEA1}"/>
              </a:ext>
            </a:extLst>
          </p:cNvPr>
          <p:cNvSpPr txBox="1"/>
          <p:nvPr/>
        </p:nvSpPr>
        <p:spPr>
          <a:xfrm>
            <a:off x="7809777" y="2447794"/>
            <a:ext cx="2533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컨텐츠 버튼</a:t>
            </a:r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을 통해 </a:t>
            </a:r>
            <a:endParaRPr lang="en-US" altLang="ko-KR" sz="12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이벤트 컨텐츠 페이지 전환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5CF275-FE62-46C3-94B2-D37161D3C364}"/>
              </a:ext>
            </a:extLst>
          </p:cNvPr>
          <p:cNvSpPr txBox="1"/>
          <p:nvPr/>
        </p:nvSpPr>
        <p:spPr>
          <a:xfrm>
            <a:off x="7951087" y="4734969"/>
            <a:ext cx="15342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각 </a:t>
            </a:r>
            <a:r>
              <a:rPr lang="ko-KR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이벤트 컨텐츠</a:t>
            </a:r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에 마우스가 올라가면</a:t>
            </a:r>
            <a:endParaRPr lang="en-US" altLang="ko-KR" sz="12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버튼 활성화 기능</a:t>
            </a:r>
            <a:endParaRPr lang="en-US" altLang="ko-KR" sz="1200" dirty="0">
              <a:latin typeface="+mj-lt"/>
              <a:ea typeface="HY견고딕" panose="0203060000010101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E84403A-56E2-4A49-B2C7-89E46B796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18" y="381000"/>
            <a:ext cx="4241928" cy="541661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2076664-E5BE-44E1-BD46-333DA17A4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7" y="1538718"/>
            <a:ext cx="3068173" cy="32389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4C3901E-CB8C-45EC-AE29-85AE04F9E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197" y="4552167"/>
            <a:ext cx="2115360" cy="1533356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C952C59C-739A-42A3-AF8C-8ED184C62C5E}"/>
              </a:ext>
            </a:extLst>
          </p:cNvPr>
          <p:cNvSpPr/>
          <p:nvPr/>
        </p:nvSpPr>
        <p:spPr>
          <a:xfrm>
            <a:off x="4450080" y="1515999"/>
            <a:ext cx="3124562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7AD591B-0CA1-41D7-96AE-ABB62ED02B19}"/>
              </a:ext>
            </a:extLst>
          </p:cNvPr>
          <p:cNvSpPr/>
          <p:nvPr/>
        </p:nvSpPr>
        <p:spPr>
          <a:xfrm>
            <a:off x="4875471" y="4578598"/>
            <a:ext cx="2269659" cy="15069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312A300-C430-E9CE-B693-10EA3147A0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6981" y="2118145"/>
            <a:ext cx="2118149" cy="190995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1D253E5-129D-5F1A-E5B7-0E1FE49F0EF6}"/>
              </a:ext>
            </a:extLst>
          </p:cNvPr>
          <p:cNvSpPr/>
          <p:nvPr/>
        </p:nvSpPr>
        <p:spPr>
          <a:xfrm>
            <a:off x="4922811" y="2038921"/>
            <a:ext cx="2343701" cy="20739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652A24-C2A0-AEB2-CECF-3D25706B38B1}"/>
              </a:ext>
            </a:extLst>
          </p:cNvPr>
          <p:cNvSpPr txBox="1"/>
          <p:nvPr/>
        </p:nvSpPr>
        <p:spPr>
          <a:xfrm>
            <a:off x="5205308" y="774538"/>
            <a:ext cx="3071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▶기능 소개</a:t>
            </a:r>
          </a:p>
        </p:txBody>
      </p:sp>
    </p:spTree>
    <p:extLst>
      <p:ext uri="{BB962C8B-B14F-4D97-AF65-F5344CB8AC3E}">
        <p14:creationId xmlns:p14="http://schemas.microsoft.com/office/powerpoint/2010/main" val="713534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1296F01-ED4A-479C-BADD-1C9E1E511B9B}"/>
              </a:ext>
            </a:extLst>
          </p:cNvPr>
          <p:cNvSpPr txBox="1"/>
          <p:nvPr/>
        </p:nvSpPr>
        <p:spPr>
          <a:xfrm>
            <a:off x="5210174" y="381000"/>
            <a:ext cx="3850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1399B"/>
                </a:solidFill>
              </a:rPr>
              <a:t>04.</a:t>
            </a:r>
            <a:r>
              <a:rPr lang="en-US" altLang="ko-KR" dirty="0"/>
              <a:t> </a:t>
            </a:r>
            <a:r>
              <a:rPr lang="ko-KR" altLang="en-US" dirty="0"/>
              <a:t>코리아나에 대하여 페이지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D85525-ED4C-416C-83BC-68A2C28BCEA1}"/>
              </a:ext>
            </a:extLst>
          </p:cNvPr>
          <p:cNvSpPr txBox="1"/>
          <p:nvPr/>
        </p:nvSpPr>
        <p:spPr>
          <a:xfrm>
            <a:off x="7871459" y="1677801"/>
            <a:ext cx="2016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항공사 소개 </a:t>
            </a:r>
            <a:r>
              <a:rPr lang="en-US" altLang="ko-KR" sz="1200" dirty="0">
                <a:latin typeface="+mj-lt"/>
                <a:ea typeface="HY견고딕" panose="02030600000101010101" pitchFamily="18" charset="-127"/>
              </a:rPr>
              <a:t>/ </a:t>
            </a:r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항공사 역사 </a:t>
            </a:r>
            <a:r>
              <a:rPr lang="ko-KR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컨텐츠 버튼을</a:t>
            </a:r>
            <a:r>
              <a:rPr lang="ko-KR" altLang="en-US" sz="1200" dirty="0">
                <a:solidFill>
                  <a:srgbClr val="01399B"/>
                </a:solidFill>
                <a:latin typeface="+mj-lt"/>
                <a:ea typeface="HY견고딕" panose="02030600000101010101" pitchFamily="18" charset="-127"/>
              </a:rPr>
              <a:t> </a:t>
            </a:r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통해</a:t>
            </a:r>
            <a:endParaRPr lang="en-US" altLang="ko-KR" sz="12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컨텐츠 페이지 전환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BEFE28-FCED-4A0A-8FDB-859A0CA1ADD8}"/>
              </a:ext>
            </a:extLst>
          </p:cNvPr>
          <p:cNvSpPr txBox="1"/>
          <p:nvPr/>
        </p:nvSpPr>
        <p:spPr>
          <a:xfrm>
            <a:off x="7969008" y="4799754"/>
            <a:ext cx="2533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메뉴 버튼</a:t>
            </a:r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을 통해 서브 메뉴</a:t>
            </a:r>
            <a:endParaRPr lang="en-US" altLang="ko-KR" sz="12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활성화 기능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D8A1169-E79B-49D3-A0BA-7337FDC83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26" y="381001"/>
            <a:ext cx="4683490" cy="43815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5E3C91E-813F-470E-8B64-A30A413DF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7652" y="4799754"/>
            <a:ext cx="2120930" cy="96016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240D5AA-425B-43C8-BA03-1A9B17007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6213" y="4473211"/>
            <a:ext cx="759094" cy="401873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17C39F21-02B2-4AE3-BE9F-0DEDD1ECE2CE}"/>
              </a:ext>
            </a:extLst>
          </p:cNvPr>
          <p:cNvSpPr/>
          <p:nvPr/>
        </p:nvSpPr>
        <p:spPr>
          <a:xfrm>
            <a:off x="5089663" y="4512449"/>
            <a:ext cx="583900" cy="278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F6A6B8A-250D-488B-BC9F-86039B66ED4E}"/>
              </a:ext>
            </a:extLst>
          </p:cNvPr>
          <p:cNvSpPr/>
          <p:nvPr/>
        </p:nvSpPr>
        <p:spPr>
          <a:xfrm>
            <a:off x="5089663" y="4858743"/>
            <a:ext cx="1267222" cy="5156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4A90C4-49FD-43BD-88B4-AD9862995E54}"/>
              </a:ext>
            </a:extLst>
          </p:cNvPr>
          <p:cNvSpPr txBox="1"/>
          <p:nvPr/>
        </p:nvSpPr>
        <p:spPr>
          <a:xfrm>
            <a:off x="7871459" y="3150170"/>
            <a:ext cx="2753869" cy="470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u="sng" dirty="0">
                <a:solidFill>
                  <a:schemeClr val="accent6"/>
                </a:solidFill>
                <a:latin typeface="+mj-lt"/>
                <a:ea typeface="HY견고딕" panose="02030600000101010101" pitchFamily="18" charset="-127"/>
              </a:rPr>
              <a:t>모든 페이지</a:t>
            </a:r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에서 페이지</a:t>
            </a:r>
            <a:r>
              <a:rPr lang="en-US" altLang="ko-KR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 </a:t>
            </a:r>
            <a:r>
              <a:rPr lang="ko-KR" altLang="en-US" sz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이동 </a:t>
            </a:r>
            <a:r>
              <a:rPr lang="ko-KR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버튼</a:t>
            </a:r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을 통해</a:t>
            </a:r>
            <a:r>
              <a:rPr lang="en-US" altLang="ko-KR" sz="1200" dirty="0">
                <a:latin typeface="+mj-lt"/>
                <a:ea typeface="HY견고딕" panose="02030600000101010101" pitchFamily="18" charset="-127"/>
              </a:rPr>
              <a:t> </a:t>
            </a:r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각 페이지로 이동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F9ED964-0696-3354-53FE-1B8BD6738D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9663" y="1551008"/>
            <a:ext cx="2604705" cy="2754688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C952C59C-739A-42A3-AF8C-8ED184C62C5E}"/>
              </a:ext>
            </a:extLst>
          </p:cNvPr>
          <p:cNvSpPr/>
          <p:nvPr/>
        </p:nvSpPr>
        <p:spPr>
          <a:xfrm>
            <a:off x="5375760" y="1904909"/>
            <a:ext cx="720240" cy="1921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C3A4B1-7C4D-29E7-42F9-49F70884C067}"/>
              </a:ext>
            </a:extLst>
          </p:cNvPr>
          <p:cNvSpPr txBox="1"/>
          <p:nvPr/>
        </p:nvSpPr>
        <p:spPr>
          <a:xfrm>
            <a:off x="5205308" y="774538"/>
            <a:ext cx="3071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▶기능 소개</a:t>
            </a:r>
          </a:p>
        </p:txBody>
      </p:sp>
    </p:spTree>
    <p:extLst>
      <p:ext uri="{BB962C8B-B14F-4D97-AF65-F5344CB8AC3E}">
        <p14:creationId xmlns:p14="http://schemas.microsoft.com/office/powerpoint/2010/main" val="3393298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167</Words>
  <Application>Microsoft Office PowerPoint</Application>
  <PresentationFormat>와이드스크린</PresentationFormat>
  <Paragraphs>40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우균 정</dc:creator>
  <cp:lastModifiedBy>홍섭 김</cp:lastModifiedBy>
  <cp:revision>46</cp:revision>
  <dcterms:created xsi:type="dcterms:W3CDTF">2021-05-29T07:57:04Z</dcterms:created>
  <dcterms:modified xsi:type="dcterms:W3CDTF">2025-07-04T14:49:52Z</dcterms:modified>
</cp:coreProperties>
</file>