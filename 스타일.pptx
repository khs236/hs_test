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65" r:id="rId3"/>
    <p:sldId id="476" r:id="rId4"/>
    <p:sldId id="492" r:id="rId5"/>
    <p:sldId id="493" r:id="rId6"/>
    <p:sldId id="494" r:id="rId7"/>
    <p:sldId id="482" r:id="rId8"/>
    <p:sldId id="48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CC7F52-F5A7-4829-9698-E9A2B881A553}" v="21" dt="2022-10-26T02:39:59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1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70C30-8012-4941-8EC7-F293906D307F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CE28C-4AD8-4574-886D-F23870002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63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FEE98-AE57-4C35-B3AB-54A854D88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6F2A74-1662-44C0-9491-04254F28D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1544ED-E500-4410-B279-2741CC5CB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C202FA-6742-408A-A94F-8496F959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C7155F-AA14-4227-9D00-0226B8B2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31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53B8D-080B-4832-B0B6-71945C2CC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176DF0-34EB-4ABB-A1BD-2E1705DD0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7832FF-E656-459E-AEED-31E5E49C1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16E408-BF26-48DA-83E6-D9A8D2DF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D1109-021D-4436-B59B-E918CFA6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19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AC1D3-B2D9-4CAF-8244-B47902D78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8A0F8A-4429-492E-9D32-C6F58161F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5DFE8-1E87-4CFA-B8D2-DD0B429ED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091558-B7F8-4228-8308-8EC79D65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EA80B3-2F21-4299-ADCF-18C529BB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59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94F54-7FFE-42E9-9446-7D6A1193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916265-E7EA-4E35-9B3B-B4F2EA136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93E0EB-8D94-4E50-BE97-96E147E2B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EB43B7-8442-4889-8E4E-2485F81B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C1D90E-DC97-433F-8B6E-F28DEC64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5269EB-2F76-4C1C-954B-01DC3694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08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D4AF8-9D3F-4631-87E4-66EEB4F2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6F389-14B4-4438-8FC0-D68EC0BCA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52EA64-4263-42A1-BE0D-3BE6749C3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7F20AA-71E4-4696-86AA-98EE0CB12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66F84-9F3C-40B8-8436-628DCF7E8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E8A6F0-3F4D-490C-96EA-D28CC49B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697743-44EB-42AB-BC71-1E92724B6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5FAC3F-F386-4715-A47E-FE5B60E18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629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5ABAC-D7DE-4A30-9864-A0A37A46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799C937-5442-4F1E-9ECF-BC4C3146E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9E1B4F-B2C9-416C-8EF2-2C7AFC01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9DFC29-CF4B-4882-AD40-0A8C741E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6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782943-06BA-4757-AF9E-BF9916B8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DC2A3F-74B3-4494-8404-79E33922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985AE4-8F60-4076-9795-1F5BA685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87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21D7-F636-4F05-93B0-CC82D2372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323EE-8D83-4188-9217-048191A8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306FBF-16AC-4892-AC73-7AD65E223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691C64-D6DC-4B7A-9E2C-66A18ADC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8BBB8B-4581-4DB9-BC67-173A9128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01B404-60C3-4818-B99B-38777977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49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9BAC6-946D-4398-BE2D-23054AB8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2AFB1C5-7341-48E3-B405-B9CC7312A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825B74-02CD-437C-BC12-872DF9CE6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3A1108-3E94-47BD-8596-9458A779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E27E73-DF27-4A76-9BF9-B17AEBBE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C09477-1395-4BB9-BF48-34671F4A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4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545AC-D2FB-4276-90BC-5CFB7E136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13BAD4-EA38-4C3F-BE17-A9061ABD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DA258-5A79-48F2-88F3-D8B14D004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17A6-A169-411C-8C58-CDB04B75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F4286-9AAE-4662-9A63-2EE591E6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640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B522A5-A801-446E-A038-684EDCEE0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0D7A5B-3A2F-43F9-AD13-411C5E481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D80F7-32C8-4637-84FA-A6D4A80B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D59D84-375A-4A41-9621-409C6098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C021F-16A9-4E46-84EF-F7EF9F76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07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0E3A30-4189-4A39-8A90-F42EDE6D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199C8E-355F-4229-8363-2AD756BBE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7704C-6573-4A32-944D-AEC4657AB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6AD91F-1311-4815-9A0E-3EAD57345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E54BEE-167F-4808-B590-1CE22C5A8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5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/>
          <p:nvPr/>
        </p:nvCxnSpPr>
        <p:spPr>
          <a:xfrm>
            <a:off x="796415" y="3429000"/>
            <a:ext cx="10382864" cy="0"/>
          </a:xfrm>
          <a:prstGeom prst="line">
            <a:avLst/>
          </a:prstGeom>
          <a:ln w="5715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7D056A-6397-1A84-4573-A3AED7B5F616}"/>
              </a:ext>
            </a:extLst>
          </p:cNvPr>
          <p:cNvSpPr txBox="1"/>
          <p:nvPr/>
        </p:nvSpPr>
        <p:spPr>
          <a:xfrm>
            <a:off x="722671" y="2521974"/>
            <a:ext cx="8281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KOREANA AIR </a:t>
            </a:r>
            <a:r>
              <a:rPr lang="ko-KR" altLang="en-US" sz="4000" dirty="0"/>
              <a:t>항공사 홈페이지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B7A9B7-7703-4B8A-92C4-EBCD06120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989" y="2272761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8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4380080" y="1459230"/>
            <a:ext cx="0" cy="3385542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1196874" y="2721114"/>
            <a:ext cx="23704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/>
              <a:t>INDEX</a:t>
            </a:r>
            <a:endParaRPr lang="ko-KR" altLang="en-US" sz="5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C659D7-B149-FA89-7B62-03E4909C1A65}"/>
              </a:ext>
            </a:extLst>
          </p:cNvPr>
          <p:cNvSpPr txBox="1"/>
          <p:nvPr/>
        </p:nvSpPr>
        <p:spPr>
          <a:xfrm>
            <a:off x="4771514" y="1459230"/>
            <a:ext cx="44441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1. </a:t>
            </a:r>
            <a:r>
              <a:rPr lang="ko-KR" altLang="en-US" sz="3000" dirty="0"/>
              <a:t>구동환경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70E9A-67F4-CA06-A570-74E5D00FB26F}"/>
              </a:ext>
            </a:extLst>
          </p:cNvPr>
          <p:cNvSpPr txBox="1"/>
          <p:nvPr/>
        </p:nvSpPr>
        <p:spPr>
          <a:xfrm>
            <a:off x="4771514" y="2167116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2. </a:t>
            </a:r>
            <a:r>
              <a:rPr lang="ko-KR" altLang="en-US" sz="3000" dirty="0"/>
              <a:t>디자인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72002-267B-4233-97FB-A6C5B60DAB8C}"/>
              </a:ext>
            </a:extLst>
          </p:cNvPr>
          <p:cNvSpPr txBox="1"/>
          <p:nvPr/>
        </p:nvSpPr>
        <p:spPr>
          <a:xfrm>
            <a:off x="4771514" y="2875002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3. </a:t>
            </a:r>
            <a:r>
              <a:rPr lang="ko-KR" altLang="en-US" sz="3000" dirty="0"/>
              <a:t>레이아웃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D99DD-255B-4E50-B29D-3B659A225A5C}"/>
              </a:ext>
            </a:extLst>
          </p:cNvPr>
          <p:cNvSpPr txBox="1"/>
          <p:nvPr/>
        </p:nvSpPr>
        <p:spPr>
          <a:xfrm>
            <a:off x="4771514" y="3582888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4. Navigation</a:t>
            </a:r>
            <a:endParaRPr lang="ko-KR" alt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A32B3-C5B0-4612-A2AC-4DD7CCF6D781}"/>
              </a:ext>
            </a:extLst>
          </p:cNvPr>
          <p:cNvSpPr txBox="1"/>
          <p:nvPr/>
        </p:nvSpPr>
        <p:spPr>
          <a:xfrm>
            <a:off x="4771514" y="4290774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5. </a:t>
            </a:r>
            <a:r>
              <a:rPr lang="ko-KR" altLang="en-US" sz="3000" dirty="0"/>
              <a:t>구성요소 정의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5F7D64-7EB8-4D6B-AB3B-730FEA888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63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01 </a:t>
            </a:r>
            <a:r>
              <a:rPr lang="ko-KR" altLang="en-US" sz="3000" b="1" dirty="0"/>
              <a:t>구동환경</a:t>
            </a:r>
            <a:endParaRPr lang="ko-KR" altLang="en-US" sz="3000" b="1" dirty="0">
              <a:solidFill>
                <a:schemeClr val="accent5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A2DA4CA-4D00-48FF-B43C-62FF031EAD87}"/>
              </a:ext>
            </a:extLst>
          </p:cNvPr>
          <p:cNvSpPr/>
          <p:nvPr/>
        </p:nvSpPr>
        <p:spPr>
          <a:xfrm>
            <a:off x="1427747" y="1543395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1683486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dirty="0"/>
              <a:t>OS: Windows</a:t>
            </a:r>
            <a:endParaRPr lang="ko-KR" altLang="en-US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287500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dirty="0"/>
              <a:t>Browser:</a:t>
            </a:r>
            <a:r>
              <a:rPr lang="ko-KR" altLang="en-US" sz="3000" dirty="0"/>
              <a:t> </a:t>
            </a:r>
            <a:r>
              <a:rPr lang="en-US" altLang="ko-KR" sz="3000" dirty="0"/>
              <a:t>Chrome</a:t>
            </a:r>
            <a:endParaRPr lang="ko-KR" altLang="en-US" sz="3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066518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해상도</a:t>
            </a:r>
            <a:r>
              <a:rPr lang="en-US" altLang="ko-KR" sz="3000" dirty="0"/>
              <a:t>:1920px X 1080px</a:t>
            </a:r>
            <a:endParaRPr lang="ko-KR" altLang="en-US" sz="30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A07C889-33CE-4A57-901D-73621F2E5A54}"/>
              </a:ext>
            </a:extLst>
          </p:cNvPr>
          <p:cNvSpPr/>
          <p:nvPr/>
        </p:nvSpPr>
        <p:spPr>
          <a:xfrm>
            <a:off x="1427747" y="273106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B7EA33-E9BE-4F16-8A42-D5A1F4942257}"/>
              </a:ext>
            </a:extLst>
          </p:cNvPr>
          <p:cNvSpPr/>
          <p:nvPr/>
        </p:nvSpPr>
        <p:spPr>
          <a:xfrm>
            <a:off x="1427747" y="3918525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8D6FB45-E8C6-4283-9DED-525314CDB2A1}"/>
              </a:ext>
            </a:extLst>
          </p:cNvPr>
          <p:cNvSpPr/>
          <p:nvPr/>
        </p:nvSpPr>
        <p:spPr>
          <a:xfrm>
            <a:off x="1427747" y="4997278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CCA0E-D872-4103-AEC0-E2B66362CBAE}"/>
              </a:ext>
            </a:extLst>
          </p:cNvPr>
          <p:cNvSpPr txBox="1"/>
          <p:nvPr/>
        </p:nvSpPr>
        <p:spPr>
          <a:xfrm>
            <a:off x="2630905" y="5137369"/>
            <a:ext cx="81333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/>
              <a:t>레이아웃  </a:t>
            </a:r>
            <a:r>
              <a:rPr lang="en-US" altLang="ko-KR" sz="3000" dirty="0"/>
              <a:t>-</a:t>
            </a:r>
            <a:r>
              <a:rPr lang="ko-KR" altLang="en-US" sz="3000" dirty="0"/>
              <a:t>화면구조</a:t>
            </a:r>
            <a:r>
              <a:rPr lang="en-US" altLang="ko-KR" sz="3000" dirty="0"/>
              <a:t>- -</a:t>
            </a:r>
            <a:r>
              <a:rPr lang="ko-KR" altLang="en-US" sz="3000" dirty="0"/>
              <a:t>상단메뉴</a:t>
            </a:r>
            <a:r>
              <a:rPr lang="en-US" altLang="ko-KR" sz="3000" dirty="0"/>
              <a:t>- -Navigation</a:t>
            </a:r>
          </a:p>
          <a:p>
            <a:pPr algn="ctr"/>
            <a:r>
              <a:rPr lang="en-US" altLang="ko-KR" sz="3000" dirty="0"/>
              <a:t>-Contents Area- -Footer Area            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3BC17FF-49B7-4054-A64D-DB298C911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1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A2DA4CA-4D00-48FF-B43C-62FF031EAD87}"/>
              </a:ext>
            </a:extLst>
          </p:cNvPr>
          <p:cNvSpPr/>
          <p:nvPr/>
        </p:nvSpPr>
        <p:spPr>
          <a:xfrm>
            <a:off x="1427747" y="2085474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2225565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347292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720279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A07C889-33CE-4A57-901D-73621F2E5A54}"/>
              </a:ext>
            </a:extLst>
          </p:cNvPr>
          <p:cNvSpPr/>
          <p:nvPr/>
        </p:nvSpPr>
        <p:spPr>
          <a:xfrm>
            <a:off x="1427747" y="3334797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B7EA33-E9BE-4F16-8A42-D5A1F4942257}"/>
              </a:ext>
            </a:extLst>
          </p:cNvPr>
          <p:cNvSpPr/>
          <p:nvPr/>
        </p:nvSpPr>
        <p:spPr>
          <a:xfrm>
            <a:off x="1427747" y="458412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96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로고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-1235242" y="2228671"/>
            <a:ext cx="12192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●  전통 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미래 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연결성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태극은 한국 정체성과 조화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비행기는 글로벌 비전과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     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이동성을 상징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두 요소의 교차는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KOREANA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항공의 철학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전통과 현대</a:t>
            </a:r>
            <a:endParaRPr lang="en-US" altLang="ko-KR" sz="25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역과 세계를 잇는 연결을 담고 있음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-1235242" y="5175748"/>
            <a:ext cx="1219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●  로고는 </a:t>
            </a:r>
            <a:r>
              <a:rPr lang="en-US" altLang="ko-KR" sz="25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BrandCrowd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사이트를 참고하였음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F967E6-66AD-4B60-95B1-918ED320D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736" y="1883177"/>
            <a:ext cx="4329606" cy="432960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0" y="2228671"/>
            <a:ext cx="86466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●  폰트는 가독성을 높이기 위해 두개의 폰트만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사용하였다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                    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-1235242" y="5175748"/>
            <a:ext cx="1219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●  로고는 </a:t>
            </a:r>
            <a:r>
              <a:rPr lang="en-US" altLang="ko-KR" sz="25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BrandCrowd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사이트를 참고하였음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09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04</a:t>
            </a:r>
            <a:r>
              <a:rPr lang="en-US" altLang="ko-KR" sz="3000" dirty="0"/>
              <a:t> Navigation</a:t>
            </a:r>
            <a:endParaRPr lang="ko-KR" altLang="en-US" sz="300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A966789-CB28-4CF4-9786-0E80CCCB0795}"/>
              </a:ext>
            </a:extLst>
          </p:cNvPr>
          <p:cNvSpPr/>
          <p:nvPr/>
        </p:nvSpPr>
        <p:spPr>
          <a:xfrm>
            <a:off x="742208" y="180847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884F62D-7A51-4241-A177-216C5248CF6D}"/>
              </a:ext>
            </a:extLst>
          </p:cNvPr>
          <p:cNvSpPr/>
          <p:nvPr/>
        </p:nvSpPr>
        <p:spPr>
          <a:xfrm>
            <a:off x="4082977" y="180847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D2BFAA-59F4-4820-BA8B-27EDD6F30862}"/>
              </a:ext>
            </a:extLst>
          </p:cNvPr>
          <p:cNvSpPr txBox="1"/>
          <p:nvPr/>
        </p:nvSpPr>
        <p:spPr>
          <a:xfrm>
            <a:off x="1576398" y="1948564"/>
            <a:ext cx="25065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tka Subheading" panose="02000505000000020004" pitchFamily="2" charset="0"/>
                <a:ea typeface="맑은 고딕" panose="020B0503020000020004" pitchFamily="50" charset="-127"/>
              </a:rPr>
              <a:t>간편한 구조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79CBB3-6736-4F9F-A648-975F9FFB0379}"/>
              </a:ext>
            </a:extLst>
          </p:cNvPr>
          <p:cNvSpPr txBox="1"/>
          <p:nvPr/>
        </p:nvSpPr>
        <p:spPr>
          <a:xfrm>
            <a:off x="4917167" y="1948563"/>
            <a:ext cx="242546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0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시각적 힌트</a:t>
            </a:r>
            <a:endParaRPr kumimoji="0" lang="ko-KR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tka Subheading" panose="02000505000000020004" pitchFamily="2" charset="0"/>
              <a:ea typeface="맑은 고딕" panose="020B0503020000020004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494B1B2-06B3-4162-A9A4-CC6F412C3030}"/>
              </a:ext>
            </a:extLst>
          </p:cNvPr>
          <p:cNvSpPr/>
          <p:nvPr/>
        </p:nvSpPr>
        <p:spPr>
          <a:xfrm>
            <a:off x="7423746" y="180847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06BA7A-E191-4391-8166-3A88201C3201}"/>
              </a:ext>
            </a:extLst>
          </p:cNvPr>
          <p:cNvSpPr txBox="1"/>
          <p:nvPr/>
        </p:nvSpPr>
        <p:spPr>
          <a:xfrm>
            <a:off x="8281478" y="1948563"/>
            <a:ext cx="31963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0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시각적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tka Subheading" panose="02000505000000020004" pitchFamily="2" charset="0"/>
                <a:ea typeface="맑은 고딕" panose="020B0503020000020004" pitchFamily="50" charset="-127"/>
              </a:rPr>
              <a:t> 최적화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5146E8-BD12-46F7-BBB4-699BE5782AC7}"/>
              </a:ext>
            </a:extLst>
          </p:cNvPr>
          <p:cNvSpPr txBox="1"/>
          <p:nvPr/>
        </p:nvSpPr>
        <p:spPr>
          <a:xfrm>
            <a:off x="760964" y="3676739"/>
            <a:ext cx="29236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사용자가 웹 사이트를 쉽게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tka Subheading" panose="02000505000000020004" pitchFamily="2" charset="0"/>
                <a:ea typeface="맑은 고딕" panose="020B0503020000020004" pitchFamily="50" charset="-127"/>
              </a:rPr>
              <a:t>탐색할 수 있도록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단순하고 직관적인 네비게이션 구조를 설계했습니다</a:t>
            </a:r>
            <a:r>
              <a:rPr lang="en-US" altLang="ko-KR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8BB30A-9EAF-4E31-961B-9B78546B269A}"/>
              </a:ext>
            </a:extLst>
          </p:cNvPr>
          <p:cNvSpPr txBox="1"/>
          <p:nvPr/>
        </p:nvSpPr>
        <p:spPr>
          <a:xfrm>
            <a:off x="4135887" y="3676739"/>
            <a:ext cx="29236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사용자가 현재 위치를 파악할 수 있도록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활성화된 메뉴 항목을 시각적으로 강조했습니다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6B4354-CB0E-4826-9D05-3EC472CA5B00}"/>
              </a:ext>
            </a:extLst>
          </p:cNvPr>
          <p:cNvSpPr txBox="1"/>
          <p:nvPr/>
        </p:nvSpPr>
        <p:spPr>
          <a:xfrm>
            <a:off x="7621035" y="3676739"/>
            <a:ext cx="3026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사용자가 사이트를 이용하기에 시각적으로 심플하면서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직관적인 구조를 설계했습니다</a:t>
            </a:r>
            <a:r>
              <a:rPr lang="en-US" altLang="ko-KR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B65B80F4-1EF9-4C58-A52C-2166571CB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4000E14-239C-46F7-888A-57EA6154A320}"/>
              </a:ext>
            </a:extLst>
          </p:cNvPr>
          <p:cNvSpPr/>
          <p:nvPr/>
        </p:nvSpPr>
        <p:spPr>
          <a:xfrm>
            <a:off x="722186" y="1743530"/>
            <a:ext cx="8742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42CE51-3493-40F2-9D1B-F46F5BAF9C8D}"/>
              </a:ext>
            </a:extLst>
          </p:cNvPr>
          <p:cNvSpPr/>
          <p:nvPr/>
        </p:nvSpPr>
        <p:spPr>
          <a:xfrm>
            <a:off x="7432933" y="1743530"/>
            <a:ext cx="8742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F3885F-AD53-4031-B736-7FE94E212F3A}"/>
              </a:ext>
            </a:extLst>
          </p:cNvPr>
          <p:cNvSpPr/>
          <p:nvPr/>
        </p:nvSpPr>
        <p:spPr>
          <a:xfrm>
            <a:off x="4062954" y="1719536"/>
            <a:ext cx="8742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92670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04</a:t>
            </a:r>
            <a:r>
              <a:rPr lang="en-US" altLang="ko-KR" sz="3000" dirty="0"/>
              <a:t> Navigation - Header</a:t>
            </a:r>
            <a:endParaRPr lang="ko-KR" altLang="en-US" sz="3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9E2B59C-6248-4D10-A576-A5EC0A523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C17E9E2-732B-4F86-90EB-A26570DB4E4F}"/>
              </a:ext>
            </a:extLst>
          </p:cNvPr>
          <p:cNvCxnSpPr>
            <a:cxnSpLocks/>
          </p:cNvCxnSpPr>
          <p:nvPr/>
        </p:nvCxnSpPr>
        <p:spPr>
          <a:xfrm>
            <a:off x="108539" y="4062049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E5B354A-D982-4FE4-BB65-F5E6151CA859}"/>
              </a:ext>
            </a:extLst>
          </p:cNvPr>
          <p:cNvSpPr txBox="1"/>
          <p:nvPr/>
        </p:nvSpPr>
        <p:spPr>
          <a:xfrm>
            <a:off x="309715" y="333546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04</a:t>
            </a:r>
            <a:r>
              <a:rPr lang="en-US" altLang="ko-KR" sz="3000" dirty="0"/>
              <a:t> Navigation – Contents Area</a:t>
            </a:r>
            <a:endParaRPr lang="ko-KR" altLang="en-US" sz="30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1E933D-50CF-4656-8845-C68658AE74B5}"/>
              </a:ext>
            </a:extLst>
          </p:cNvPr>
          <p:cNvSpPr/>
          <p:nvPr/>
        </p:nvSpPr>
        <p:spPr>
          <a:xfrm>
            <a:off x="1114072" y="1595577"/>
            <a:ext cx="2363903" cy="753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50065E4-4F61-4ED5-AA9D-261DD3AB8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508" y="1638804"/>
            <a:ext cx="2149032" cy="69527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04852790-1FEA-4B01-9A38-505C2714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93" y="1711252"/>
            <a:ext cx="1107990" cy="553995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8C383D-843B-4369-B9F1-7F090B296CF3}"/>
              </a:ext>
            </a:extLst>
          </p:cNvPr>
          <p:cNvSpPr/>
          <p:nvPr/>
        </p:nvSpPr>
        <p:spPr>
          <a:xfrm>
            <a:off x="5174898" y="1580655"/>
            <a:ext cx="1181952" cy="768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F5CB41F4-8DEC-49D7-BCCE-1B385524E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6121" y="1617123"/>
            <a:ext cx="1558600" cy="716956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5D4A43-E45B-4138-8AE8-ED9C69AE248F}"/>
              </a:ext>
            </a:extLst>
          </p:cNvPr>
          <p:cNvSpPr/>
          <p:nvPr/>
        </p:nvSpPr>
        <p:spPr>
          <a:xfrm>
            <a:off x="8186122" y="1598659"/>
            <a:ext cx="1558599" cy="768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696E452-EAD9-4CE7-98A6-1BBA3A6E72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715" y="4219071"/>
            <a:ext cx="9391650" cy="100012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006C57AC-7CA8-4830-A424-9DE8768EA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39" y="5207986"/>
            <a:ext cx="11706472" cy="106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15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181</Words>
  <Application>Microsoft Office PowerPoint</Application>
  <PresentationFormat>와이드스크린</PresentationFormat>
  <Paragraphs>44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Sitka Subheading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우균 정</dc:creator>
  <cp:lastModifiedBy>FullName</cp:lastModifiedBy>
  <cp:revision>667</cp:revision>
  <dcterms:created xsi:type="dcterms:W3CDTF">2021-05-29T07:48:15Z</dcterms:created>
  <dcterms:modified xsi:type="dcterms:W3CDTF">2025-07-04T08:14:02Z</dcterms:modified>
</cp:coreProperties>
</file>