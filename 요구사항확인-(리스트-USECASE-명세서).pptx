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5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C0A39-210C-4161-9894-A3620867F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8A6990-B4DB-433E-A9ED-86B928E7F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4D0526-CB07-4CB0-AD58-B1362F50A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D8B2-3050-4B9F-A0D9-271C2B11EC54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D62640-525E-4DB5-8D0F-C2F59D18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5C93E0-C23E-44DE-829E-2BA6ABCB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2CC3-6F91-4BAB-B518-80EA4D80F2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8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7B284A-64F6-4788-8780-E534C984D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F7DF3C-3D0D-4918-BD70-0057608B1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EBF7C2-3DA5-44B9-ABFA-80478375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D8B2-3050-4B9F-A0D9-271C2B11EC54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DCCC92-CE3B-46FC-9E57-AD49F409D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8BDB4D-12E6-4732-9ED4-0D6FD1A5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2CC3-6F91-4BAB-B518-80EA4D80F2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196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CD29E9-BC1E-4B40-ADA0-770CF97B4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567D02-BB9A-41F0-8266-E8D6D1675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9EB381-D7C1-45FA-89FB-C364941AE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D8B2-3050-4B9F-A0D9-271C2B11EC54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0E6CB0-4366-42D5-95C7-6727B9B86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A87AEE-CB8D-4A7A-97D1-D7F8E599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2CC3-6F91-4BAB-B518-80EA4D80F2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86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F50DBF-0687-4F87-BB54-F8D89F7FE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3F1F19-A75F-4922-ABBE-53F2F22A8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86EEB8-774B-428B-A277-62075321B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64AFF2-08B2-449C-90A0-BFD1592CA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D8B2-3050-4B9F-A0D9-271C2B11EC54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5290FA-862A-4BDB-ADE6-4243C403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1C27AA-7193-45FE-95AF-8D0E84441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2CC3-6F91-4BAB-B518-80EA4D80F2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683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E2330-B2EF-4BA9-A255-8B61975E9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9DB851-C4EC-40A6-BE6F-A49EE74E4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3BB2FA-D962-49B1-9D33-C4F1E4F26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492D03-9149-4C1B-8A34-324AC026B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6E789E-7F81-407A-9D50-5121F1179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F960060-1D33-4B6C-9484-AEA2D3CDB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D8B2-3050-4B9F-A0D9-271C2B11EC54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076B249-E733-4B18-9505-4FA778A3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432CBD6-4AB1-4235-901B-D4AE7338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2CC3-6F91-4BAB-B518-80EA4D80F2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221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5B017-A223-4824-AB31-DD74D86B4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2F58D3-4D87-48C1-A23E-16BC8BC6B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D8B2-3050-4B9F-A0D9-271C2B11EC54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8CEEE7-696F-4A1B-BEEC-FA440EC9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AE4496-AE20-4F28-B214-986DD13A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2CC3-6F91-4BAB-B518-80EA4D80F2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814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48C81B-A965-44AA-BF22-09BEC7848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D8B2-3050-4B9F-A0D9-271C2B11EC54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37C51CB-23E5-4B20-BFEE-E47F81694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6B34BB-2E80-4FB7-81C5-0EFF685C8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2CC3-6F91-4BAB-B518-80EA4D80F2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64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8735CC-1EE7-4F7B-9886-B9FF2224C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8F26DD-E41D-43E6-B24B-A81782DEA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4F922A-A231-479A-94FD-83DC834A5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545570-5152-4F43-A774-5E2DF52B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D8B2-3050-4B9F-A0D9-271C2B11EC54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7EEF1D-A475-40FF-9A70-1894EAED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4E18CE-CC55-463A-B7C7-CD0E71C33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2CC3-6F91-4BAB-B518-80EA4D80F2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369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AAD7D-DBFA-4E3E-ACB8-6DB89705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5C746C-1379-4A73-A8A1-29F866024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745921-AC09-4E22-8266-3F869D508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2B5CDC-6361-44A2-9E33-3D10FF1CB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D8B2-3050-4B9F-A0D9-271C2B11EC54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0E2062-C489-4FA4-8FC0-F72EF96BF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4E785B-510B-4E7E-A998-26BEC9F7F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2CC3-6F91-4BAB-B518-80EA4D80F2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98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71A8D-F8A8-4473-A9D6-FA7B81CA8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2694F0-B405-4F8E-AF97-591396081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36D6E5-3BC4-44B8-B45A-87B20D054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D8B2-3050-4B9F-A0D9-271C2B11EC54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46352A-DED2-453B-8FF3-A0174A4AC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D693FD-9BEC-483B-A76A-D8CC91C6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2CC3-6F91-4BAB-B518-80EA4D80F2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62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B74347-9D96-4980-BDFC-F3D25CF61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9AEE1B-6E6B-4E05-8C81-A9D2FC5A7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CC51ED-042C-4764-A278-1260BD63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D8B2-3050-4B9F-A0D9-271C2B11EC54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D4DE4C-7E93-4209-8707-8B423A114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D8F8A-4A0A-477C-AFDD-4A1A1442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2CC3-6F91-4BAB-B518-80EA4D80F2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640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3B9F7E-73CF-43D8-9CAC-5D51E66C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C3DFE5-A6CC-4040-AA15-4D3DF1238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AD940C-6927-479A-AE19-3F0B6DBC8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6D8B2-3050-4B9F-A0D9-271C2B11EC54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335D52-2902-45D1-A3C9-A8003ED9A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68C872-921E-4CE0-83D6-7A6BC6099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82CC3-6F91-4BAB-B518-80EA4D80F2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4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F6852E4-174E-430B-AF9C-A470DEDA5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A4C2D2-68F1-48A7-A546-031EBACB40F1}"/>
              </a:ext>
            </a:extLst>
          </p:cNvPr>
          <p:cNvSpPr txBox="1"/>
          <p:nvPr/>
        </p:nvSpPr>
        <p:spPr>
          <a:xfrm>
            <a:off x="6821905" y="6160168"/>
            <a:ext cx="3948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조원</a:t>
            </a:r>
            <a:r>
              <a:rPr lang="en-US" altLang="ko-KR" dirty="0"/>
              <a:t>: </a:t>
            </a:r>
            <a:r>
              <a:rPr lang="ko-KR" altLang="en-US" dirty="0" err="1"/>
              <a:t>김홍섭</a:t>
            </a:r>
            <a:r>
              <a:rPr lang="en-US" altLang="ko-KR" dirty="0"/>
              <a:t>, </a:t>
            </a:r>
            <a:r>
              <a:rPr lang="ko-KR" altLang="en-US" dirty="0" err="1"/>
              <a:t>남규민</a:t>
            </a:r>
            <a:r>
              <a:rPr lang="en-US" altLang="ko-KR" dirty="0"/>
              <a:t>, </a:t>
            </a:r>
            <a:r>
              <a:rPr lang="ko-KR" altLang="en-US" dirty="0"/>
              <a:t>심예진</a:t>
            </a:r>
            <a:r>
              <a:rPr lang="en-US" altLang="ko-KR" dirty="0"/>
              <a:t>, </a:t>
            </a:r>
            <a:r>
              <a:rPr lang="ko-KR" altLang="en-US" dirty="0"/>
              <a:t>이수현</a:t>
            </a:r>
          </a:p>
        </p:txBody>
      </p:sp>
    </p:spTree>
    <p:extLst>
      <p:ext uri="{BB962C8B-B14F-4D97-AF65-F5344CB8AC3E}">
        <p14:creationId xmlns:p14="http://schemas.microsoft.com/office/powerpoint/2010/main" val="2159904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6447D45-2075-4064-BA64-98C2D6FFD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191" y="0"/>
            <a:ext cx="83596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58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EE609F0-0D28-4057-8EEE-3AE32D21B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68" y="304801"/>
            <a:ext cx="4958057" cy="446722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8319AFC-715D-45FE-B4F3-ED063EC8F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214" y="2190751"/>
            <a:ext cx="5348583" cy="446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93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와이드스크린</PresentationFormat>
  <Paragraphs>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민재 김</dc:creator>
  <cp:lastModifiedBy>민재 김</cp:lastModifiedBy>
  <cp:revision>3</cp:revision>
  <dcterms:created xsi:type="dcterms:W3CDTF">2025-07-04T08:21:59Z</dcterms:created>
  <dcterms:modified xsi:type="dcterms:W3CDTF">2025-07-04T08:53:21Z</dcterms:modified>
</cp:coreProperties>
</file>