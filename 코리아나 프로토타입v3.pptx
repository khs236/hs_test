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81" r:id="rId4"/>
    <p:sldId id="282" r:id="rId5"/>
    <p:sldId id="28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9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1C438A-2772-4F97-BA26-9E06C94800A1}" v="10" dt="2025-07-05T01:14:30.8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4" autoAdjust="0"/>
    <p:restoredTop sz="92191" autoAdjust="0"/>
  </p:normalViewPr>
  <p:slideViewPr>
    <p:cSldViewPr snapToGrid="0">
      <p:cViewPr varScale="1">
        <p:scale>
          <a:sx n="111" d="100"/>
          <a:sy n="111" d="100"/>
        </p:scale>
        <p:origin x="9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9B5BB8-6F10-4680-9A0A-763D82D93D3F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F3EDC-C7D8-4E83-B889-EF8FDEE3C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7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28152-4DFA-47FE-A98A-E21083D14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6BFB5F-C13E-4282-8310-D3F4AA733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FC2FD2-8F80-4186-AF4F-8375D9316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89E067-572F-4366-B5F6-DECE1E385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7749-1327-464E-87BE-D3FCDF75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406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F9D50-37F6-4652-80A2-42A96EB6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9DCAB0-859B-4743-B467-79AD973A9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5C83D8-0DD0-46A0-962B-9A8BE3C22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50C325-9CDA-4C70-B7CE-081A77F9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8B386D-4097-4E55-A77E-882FDD42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25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114143-48CC-4869-B8C9-88DF5120E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7BCAC7-6852-465F-9C74-9C3F659AF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5E410F-7246-48D5-AE0D-5F65C0FD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831CFB-0456-46A1-8D64-35BE5B7C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D5EA31-74E8-4B2E-8487-95414BB89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618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F38127-C9F8-4E68-BE8E-14C658C50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AE0666-79CD-45F8-956E-1CE49AD65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9CAE38-380E-4CB9-9D12-074AD1541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6FA6D9-1A0B-42B3-BB36-B2BDD41B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519E28-ADDE-409B-8408-E3E32068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E28664-292E-49F9-8EA6-7B7350F9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775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2A57A2-0752-4BCE-8EB6-7D5904C3C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E417F4-ECE4-4223-AA6E-4F7387442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E92602-89ED-48E9-B095-D6C01A5D9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B8A12D-4536-4FB3-A52A-8D2C4BADC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2720DC-ADAA-4989-AFEC-89478E0B4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FBE77F-2943-46E1-B96F-BDCFC0B90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452E96-CEE0-4E64-99B7-C8EE448B7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EAEBE2-0EE1-4FC2-9FBE-0013BE23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74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0A208-7904-4BB0-9862-99107D92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D18196-C60F-401B-8AD6-0539A61DB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33DE57-AC3D-41A3-B85F-56DD9F06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22D181-8F72-4E8A-86C7-282B5269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6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E72762B-CCC3-4370-861D-C2191657B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CF0EE2-17F4-40E5-9778-07D411C3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51F72E-05BD-48D1-BC0D-30E4D672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95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7BC6EB-4CC4-4D40-9CAD-37B37A2F9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EC9DE0-D13B-4FCC-84C2-84AD438B7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510765-CEF3-4503-A159-71B243E37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4A57DE-E9F2-4BCB-B47B-245B68B09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104E66-FB05-4B64-8036-32CF52B5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FEE77F-281A-4CFA-AD05-D2D0EB22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17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F55204-B799-47D4-92A9-614D0427F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6E2E43-88CD-4CB3-9921-0AF5BAC6B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74CD24-0B74-4C6F-849F-B55944010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AD31AA-B82D-4610-B861-270C2F501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C4135A-9A93-401B-A9A3-AC3F76443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764C34-8941-47F1-AFCE-01745244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85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CD76F2-6ECF-4C5F-8DB4-18220A887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174B74-CFAD-42FD-9E6B-89E1FF37C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715751-2A45-4E0A-A54B-D4A41A235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D65EFD-2E7E-4D70-AE6D-D2D6E257F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148336-A51C-423F-AF05-215C951C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469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D7E9D1-5AB1-480D-8978-8A0134102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AE176C-A94B-4BDE-A605-7FF01BB20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97789C-DF5E-476C-B77A-5D9C37563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9006C-6654-491C-9F5C-1E25F1F7A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9A99EE-5743-4E56-82A0-554288EC4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551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2ED47B5-EBEE-4CEB-9D90-F57B1D06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6AA710-10A6-49E2-BD3D-3523A3D43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B9054B-CD92-4F85-A9AB-7E2238E02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9AC7D2-8109-4C6E-B047-DAC10671A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65DF6A-96E6-4CF0-9809-5FAC770B0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91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19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1397B2E-35EC-4403-A1BD-BF4DCFACEA99}"/>
              </a:ext>
            </a:extLst>
          </p:cNvPr>
          <p:cNvSpPr/>
          <p:nvPr/>
        </p:nvSpPr>
        <p:spPr>
          <a:xfrm>
            <a:off x="3819727" y="376221"/>
            <a:ext cx="4552546" cy="2067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코리아나 항공 홈페이지</a:t>
            </a:r>
            <a:endParaRPr lang="en-US" altLang="ko-KR" sz="3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3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프로토타입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D589690-DA9B-42EF-8673-19B6E4A2D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072" y="2617028"/>
            <a:ext cx="4483856" cy="1246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F05CF5-E5EF-4438-B534-88AC4F6E8188}"/>
              </a:ext>
            </a:extLst>
          </p:cNvPr>
          <p:cNvSpPr txBox="1"/>
          <p:nvPr/>
        </p:nvSpPr>
        <p:spPr>
          <a:xfrm>
            <a:off x="4015740" y="4037019"/>
            <a:ext cx="5311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조원 </a:t>
            </a:r>
            <a:r>
              <a:rPr lang="en-US" altLang="ko-KR" dirty="0"/>
              <a:t>– </a:t>
            </a:r>
            <a:r>
              <a:rPr lang="ko-KR" altLang="en-US" dirty="0" err="1"/>
              <a:t>김홍섭</a:t>
            </a:r>
            <a:r>
              <a:rPr lang="en-US" altLang="ko-KR" dirty="0"/>
              <a:t>, </a:t>
            </a:r>
            <a:r>
              <a:rPr lang="ko-KR" altLang="en-US" dirty="0" err="1"/>
              <a:t>남규민</a:t>
            </a:r>
            <a:r>
              <a:rPr lang="en-US" altLang="ko-KR" dirty="0"/>
              <a:t>, </a:t>
            </a:r>
            <a:r>
              <a:rPr lang="ko-KR" altLang="en-US" dirty="0"/>
              <a:t>심예진</a:t>
            </a:r>
            <a:r>
              <a:rPr lang="en-US" altLang="ko-KR" dirty="0"/>
              <a:t>, </a:t>
            </a:r>
            <a:r>
              <a:rPr lang="ko-KR" altLang="en-US" dirty="0"/>
              <a:t>이수현</a:t>
            </a:r>
          </a:p>
        </p:txBody>
      </p:sp>
    </p:spTree>
    <p:extLst>
      <p:ext uri="{BB962C8B-B14F-4D97-AF65-F5344CB8AC3E}">
        <p14:creationId xmlns:p14="http://schemas.microsoft.com/office/powerpoint/2010/main" val="2695549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824C39F-6D1C-48D0-8888-910667C7A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43" y="43221"/>
            <a:ext cx="4678056" cy="60279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96F01-ED4A-479C-BADD-1C9E1E511B9B}"/>
              </a:ext>
            </a:extLst>
          </p:cNvPr>
          <p:cNvSpPr txBox="1"/>
          <p:nvPr/>
        </p:nvSpPr>
        <p:spPr>
          <a:xfrm>
            <a:off x="5210175" y="381000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1399B"/>
                </a:solidFill>
              </a:rPr>
              <a:t>01.</a:t>
            </a:r>
            <a:r>
              <a:rPr lang="en-US" altLang="ko-KR" dirty="0"/>
              <a:t> </a:t>
            </a:r>
            <a:r>
              <a:rPr lang="ko-KR" altLang="en-US" dirty="0"/>
              <a:t>메인 페이지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6AF00-FEF4-481E-9909-73A2561FEF9F}"/>
              </a:ext>
            </a:extLst>
          </p:cNvPr>
          <p:cNvSpPr txBox="1"/>
          <p:nvPr/>
        </p:nvSpPr>
        <p:spPr>
          <a:xfrm>
            <a:off x="5205308" y="774538"/>
            <a:ext cx="3071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▶기능 소개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85525-ED4C-416C-83BC-68A2C28BCEA1}"/>
              </a:ext>
            </a:extLst>
          </p:cNvPr>
          <p:cNvSpPr txBox="1"/>
          <p:nvPr/>
        </p:nvSpPr>
        <p:spPr>
          <a:xfrm>
            <a:off x="6826268" y="1538676"/>
            <a:ext cx="143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예매</a:t>
            </a:r>
            <a:r>
              <a:rPr lang="en-US" altLang="ko-KR" sz="900" dirty="0">
                <a:latin typeface="+mj-lt"/>
                <a:ea typeface="HY견고딕" panose="02030600000101010101" pitchFamily="18" charset="-127"/>
              </a:rPr>
              <a:t>/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마일리지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 선택 버튼 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활성</a:t>
            </a:r>
            <a:r>
              <a:rPr lang="en-US" altLang="ko-KR" sz="900" dirty="0">
                <a:latin typeface="+mj-lt"/>
                <a:ea typeface="HY견고딕" panose="02030600000101010101" pitchFamily="18" charset="-127"/>
              </a:rPr>
              <a:t>/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비활성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9603BC-4EE3-42D3-944E-E222EBF372AC}"/>
              </a:ext>
            </a:extLst>
          </p:cNvPr>
          <p:cNvSpPr txBox="1"/>
          <p:nvPr/>
        </p:nvSpPr>
        <p:spPr>
          <a:xfrm>
            <a:off x="7251193" y="3291185"/>
            <a:ext cx="1564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변경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으로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출발 도착지 변경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4B13219-B72E-1729-BCD1-7FD13365E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769" y="2869596"/>
            <a:ext cx="1931991" cy="119567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66F4812-1685-BBA9-19FC-3E52EE01D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407" y="4544174"/>
            <a:ext cx="3707711" cy="33855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A4A8E0B-0ABE-CC83-0FD7-268F39D0C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9667" y="1457202"/>
            <a:ext cx="1546830" cy="57308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EEE034-9738-4E8E-B517-7BC62F289457}"/>
              </a:ext>
            </a:extLst>
          </p:cNvPr>
          <p:cNvSpPr/>
          <p:nvPr/>
        </p:nvSpPr>
        <p:spPr>
          <a:xfrm>
            <a:off x="5023407" y="4519967"/>
            <a:ext cx="3734423" cy="3955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4B4498-66D5-B013-0F0A-0468583D2539}"/>
              </a:ext>
            </a:extLst>
          </p:cNvPr>
          <p:cNvSpPr/>
          <p:nvPr/>
        </p:nvSpPr>
        <p:spPr>
          <a:xfrm>
            <a:off x="5049666" y="1446214"/>
            <a:ext cx="1546830" cy="573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FE875B-EFC9-DAD3-7BFC-28B068BD9C5D}"/>
              </a:ext>
            </a:extLst>
          </p:cNvPr>
          <p:cNvSpPr/>
          <p:nvPr/>
        </p:nvSpPr>
        <p:spPr>
          <a:xfrm>
            <a:off x="5886413" y="3150943"/>
            <a:ext cx="414991" cy="378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60D954-A065-BA33-0BE2-8C50043F6290}"/>
              </a:ext>
            </a:extLst>
          </p:cNvPr>
          <p:cNvSpPr txBox="1"/>
          <p:nvPr/>
        </p:nvSpPr>
        <p:spPr>
          <a:xfrm>
            <a:off x="6295866" y="5103880"/>
            <a:ext cx="15647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컨텐츠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효과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A761BB-F1A6-9F1B-EF0D-25A7972E038F}"/>
              </a:ext>
            </a:extLst>
          </p:cNvPr>
          <p:cNvSpPr txBox="1"/>
          <p:nvPr/>
        </p:nvSpPr>
        <p:spPr>
          <a:xfrm>
            <a:off x="10485776" y="1436709"/>
            <a:ext cx="160033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항공사 소개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코리아나 항공을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소개하는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CF15FC-09F4-4297-9904-C2E8786331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2889" y="3338953"/>
            <a:ext cx="1490277" cy="2573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2A3A24-ED98-4DD2-C615-6ECBB4C36E6F}"/>
              </a:ext>
            </a:extLst>
          </p:cNvPr>
          <p:cNvSpPr txBox="1"/>
          <p:nvPr/>
        </p:nvSpPr>
        <p:spPr>
          <a:xfrm>
            <a:off x="10233166" y="3394943"/>
            <a:ext cx="170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C94BC31-EA00-8469-7402-5445E52BFCA8}"/>
              </a:ext>
            </a:extLst>
          </p:cNvPr>
          <p:cNvSpPr/>
          <p:nvPr/>
        </p:nvSpPr>
        <p:spPr>
          <a:xfrm>
            <a:off x="8757830" y="3336506"/>
            <a:ext cx="463241" cy="259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9EC6477-23B7-D4C0-0F52-8D0BBC46DD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8497" y="4875183"/>
            <a:ext cx="733605" cy="36680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8CEEB8C-70FA-1B33-E5B9-472C7FD66C47}"/>
              </a:ext>
            </a:extLst>
          </p:cNvPr>
          <p:cNvSpPr txBox="1"/>
          <p:nvPr/>
        </p:nvSpPr>
        <p:spPr>
          <a:xfrm>
            <a:off x="10045852" y="4872654"/>
            <a:ext cx="20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 가능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264645A-9CFE-66EE-E7B9-7EF72C724346}"/>
              </a:ext>
            </a:extLst>
          </p:cNvPr>
          <p:cNvSpPr/>
          <p:nvPr/>
        </p:nvSpPr>
        <p:spPr>
          <a:xfrm>
            <a:off x="8990634" y="4919429"/>
            <a:ext cx="642217" cy="3225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3EBA52C-7DBF-705F-0BB9-ADA1B7889D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0281" y="1144222"/>
            <a:ext cx="1995495" cy="974351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6AFF7C54-DC3B-E21B-9450-734B781D31F1}"/>
              </a:ext>
            </a:extLst>
          </p:cNvPr>
          <p:cNvSpPr/>
          <p:nvPr/>
        </p:nvSpPr>
        <p:spPr>
          <a:xfrm>
            <a:off x="8561130" y="1186170"/>
            <a:ext cx="570678" cy="350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588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1296F01-ED4A-479C-BADD-1C9E1E511B9B}"/>
              </a:ext>
            </a:extLst>
          </p:cNvPr>
          <p:cNvSpPr txBox="1"/>
          <p:nvPr/>
        </p:nvSpPr>
        <p:spPr>
          <a:xfrm>
            <a:off x="5210175" y="381000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1399B"/>
                </a:solidFill>
              </a:rPr>
              <a:t>02.</a:t>
            </a:r>
            <a:r>
              <a:rPr lang="en-US" altLang="ko-KR" dirty="0"/>
              <a:t> </a:t>
            </a:r>
            <a:r>
              <a:rPr lang="ko-KR" altLang="en-US" dirty="0"/>
              <a:t>로그인 페이지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85525-ED4C-416C-83BC-68A2C28BCEA1}"/>
              </a:ext>
            </a:extLst>
          </p:cNvPr>
          <p:cNvSpPr txBox="1"/>
          <p:nvPr/>
        </p:nvSpPr>
        <p:spPr>
          <a:xfrm>
            <a:off x="6998178" y="1713708"/>
            <a:ext cx="149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아이디 </a:t>
            </a:r>
            <a:r>
              <a:rPr lang="en-US" altLang="ko-KR" sz="900" dirty="0">
                <a:latin typeface="+mj-lt"/>
                <a:ea typeface="HY견고딕" panose="02030600000101010101" pitchFamily="18" charset="-127"/>
              </a:rPr>
              <a:t>/ </a:t>
            </a:r>
            <a:r>
              <a:rPr lang="ko-KR" altLang="en-US" sz="900" dirty="0" err="1">
                <a:latin typeface="+mj-lt"/>
                <a:ea typeface="HY견고딕" panose="02030600000101010101" pitchFamily="18" charset="-127"/>
              </a:rPr>
              <a:t>스카이패스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번호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선택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기능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77DE27-DE8E-4C0B-9912-83D091CA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0" y="295116"/>
            <a:ext cx="5119586" cy="551437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85DB39C-B356-4C18-86F3-2ADB75674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645" y="4936130"/>
            <a:ext cx="1208577" cy="33593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6CFD45E-4796-49B2-8F68-6220A81730C8}"/>
              </a:ext>
            </a:extLst>
          </p:cNvPr>
          <p:cNvSpPr/>
          <p:nvPr/>
        </p:nvSpPr>
        <p:spPr>
          <a:xfrm>
            <a:off x="5404228" y="4949796"/>
            <a:ext cx="1203994" cy="3113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8B647F-C449-5526-3108-D5AA86D81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353" y="1478033"/>
            <a:ext cx="1491293" cy="131648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3C85B3B-E5B7-2677-67BD-104A1F023237}"/>
              </a:ext>
            </a:extLst>
          </p:cNvPr>
          <p:cNvSpPr/>
          <p:nvPr/>
        </p:nvSpPr>
        <p:spPr>
          <a:xfrm>
            <a:off x="5350353" y="1464115"/>
            <a:ext cx="1491293" cy="3345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86F4D6-0DF9-7BD5-97A0-7C5EE1D3A8CC}"/>
              </a:ext>
            </a:extLst>
          </p:cNvPr>
          <p:cNvSpPr/>
          <p:nvPr/>
        </p:nvSpPr>
        <p:spPr>
          <a:xfrm>
            <a:off x="5408050" y="2592263"/>
            <a:ext cx="632070" cy="140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31E47AC-E3F6-92CE-C4BD-7D96F456E4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559" y="3336147"/>
            <a:ext cx="1297784" cy="24957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6E94F0C-4195-6F77-72A4-105BDECDEA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2558" y="3799922"/>
            <a:ext cx="1491293" cy="6683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25E7EDC-93B6-B88D-B9CE-51D0DB6D4509}"/>
              </a:ext>
            </a:extLst>
          </p:cNvPr>
          <p:cNvSpPr txBox="1"/>
          <p:nvPr/>
        </p:nvSpPr>
        <p:spPr>
          <a:xfrm>
            <a:off x="5205308" y="774538"/>
            <a:ext cx="3071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▶기능 소개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44BF86D-50CA-3811-39FD-9E898200C93B}"/>
              </a:ext>
            </a:extLst>
          </p:cNvPr>
          <p:cNvSpPr/>
          <p:nvPr/>
        </p:nvSpPr>
        <p:spPr>
          <a:xfrm>
            <a:off x="5342558" y="3809272"/>
            <a:ext cx="1491293" cy="3668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CCE2F90-78DD-4166-1C49-D4B1D7251DAC}"/>
              </a:ext>
            </a:extLst>
          </p:cNvPr>
          <p:cNvSpPr/>
          <p:nvPr/>
        </p:nvSpPr>
        <p:spPr>
          <a:xfrm>
            <a:off x="5342558" y="3324098"/>
            <a:ext cx="1340007" cy="3126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E0B331-673A-1D67-8EE8-C7766A5B5975}"/>
              </a:ext>
            </a:extLst>
          </p:cNvPr>
          <p:cNvSpPr txBox="1"/>
          <p:nvPr/>
        </p:nvSpPr>
        <p:spPr>
          <a:xfrm>
            <a:off x="10485776" y="1436709"/>
            <a:ext cx="160033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항공사 소개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코리아나 항공을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소개하는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A795F998-B3E2-0BCE-824F-B0912E840E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2889" y="3338953"/>
            <a:ext cx="1490277" cy="25733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0432EF1-4556-8B52-AEF3-2E1D430E063A}"/>
              </a:ext>
            </a:extLst>
          </p:cNvPr>
          <p:cNvSpPr txBox="1"/>
          <p:nvPr/>
        </p:nvSpPr>
        <p:spPr>
          <a:xfrm>
            <a:off x="10233166" y="3394943"/>
            <a:ext cx="170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9579F43-2A17-BA47-74DB-F51E050A5BCD}"/>
              </a:ext>
            </a:extLst>
          </p:cNvPr>
          <p:cNvSpPr/>
          <p:nvPr/>
        </p:nvSpPr>
        <p:spPr>
          <a:xfrm>
            <a:off x="8757830" y="3336506"/>
            <a:ext cx="463241" cy="259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F44753C1-35B9-E4C6-AC37-48DFC95632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8497" y="4875183"/>
            <a:ext cx="733605" cy="36680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52197A5-8316-9A16-6968-D3DE54E80C5D}"/>
              </a:ext>
            </a:extLst>
          </p:cNvPr>
          <p:cNvSpPr txBox="1"/>
          <p:nvPr/>
        </p:nvSpPr>
        <p:spPr>
          <a:xfrm>
            <a:off x="10045852" y="4872654"/>
            <a:ext cx="20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 가능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DE18AD9-272D-0BBD-96CA-44F80BD5F5F2}"/>
              </a:ext>
            </a:extLst>
          </p:cNvPr>
          <p:cNvSpPr/>
          <p:nvPr/>
        </p:nvSpPr>
        <p:spPr>
          <a:xfrm>
            <a:off x="8990634" y="4919429"/>
            <a:ext cx="642217" cy="3225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518DBAF7-643D-C86D-A240-00CC6B924D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0281" y="1144222"/>
            <a:ext cx="1995495" cy="974351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5235A01A-5200-5582-A1F9-F5D14887254E}"/>
              </a:ext>
            </a:extLst>
          </p:cNvPr>
          <p:cNvSpPr/>
          <p:nvPr/>
        </p:nvSpPr>
        <p:spPr>
          <a:xfrm>
            <a:off x="8561130" y="1186170"/>
            <a:ext cx="570678" cy="350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3D1303-7177-D074-9E6C-9D71787BB447}"/>
              </a:ext>
            </a:extLst>
          </p:cNvPr>
          <p:cNvSpPr txBox="1"/>
          <p:nvPr/>
        </p:nvSpPr>
        <p:spPr>
          <a:xfrm>
            <a:off x="6989292" y="2617625"/>
            <a:ext cx="15965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아이디 저장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체크박스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기능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E2D3D3-F71E-1A2C-4CD4-0C1997157F45}"/>
              </a:ext>
            </a:extLst>
          </p:cNvPr>
          <p:cNvSpPr txBox="1"/>
          <p:nvPr/>
        </p:nvSpPr>
        <p:spPr>
          <a:xfrm>
            <a:off x="6998178" y="3407662"/>
            <a:ext cx="149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로그인 </a:t>
            </a:r>
            <a:r>
              <a:rPr lang="en-US" altLang="ko-KR" sz="900" dirty="0">
                <a:latin typeface="+mj-lt"/>
                <a:ea typeface="HY견고딕" panose="02030600000101010101" pitchFamily="18" charset="-127"/>
              </a:rPr>
              <a:t>/ 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회원가입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버튼 활성화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기능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36BBE9-9270-82CB-9CFF-192D3E2D12AF}"/>
              </a:ext>
            </a:extLst>
          </p:cNvPr>
          <p:cNvSpPr txBox="1"/>
          <p:nvPr/>
        </p:nvSpPr>
        <p:spPr>
          <a:xfrm>
            <a:off x="7002017" y="4919429"/>
            <a:ext cx="149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코리아나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 로고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를 통해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메인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</p:spTree>
    <p:extLst>
      <p:ext uri="{BB962C8B-B14F-4D97-AF65-F5344CB8AC3E}">
        <p14:creationId xmlns:p14="http://schemas.microsoft.com/office/powerpoint/2010/main" val="215266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1296F01-ED4A-479C-BADD-1C9E1E511B9B}"/>
              </a:ext>
            </a:extLst>
          </p:cNvPr>
          <p:cNvSpPr txBox="1"/>
          <p:nvPr/>
        </p:nvSpPr>
        <p:spPr>
          <a:xfrm>
            <a:off x="5210175" y="381000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1399B"/>
                </a:solidFill>
              </a:rPr>
              <a:t>03.</a:t>
            </a:r>
            <a:r>
              <a:rPr lang="en-US" altLang="ko-KR" dirty="0"/>
              <a:t> </a:t>
            </a:r>
            <a:r>
              <a:rPr lang="ko-KR" altLang="en-US" dirty="0"/>
              <a:t>이벤트 페이지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85525-ED4C-416C-83BC-68A2C28BCEA1}"/>
              </a:ext>
            </a:extLst>
          </p:cNvPr>
          <p:cNvSpPr txBox="1"/>
          <p:nvPr/>
        </p:nvSpPr>
        <p:spPr>
          <a:xfrm>
            <a:off x="6922709" y="2496249"/>
            <a:ext cx="2533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컨텐츠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 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이벤트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컨텐츠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전환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5CF275-FE62-46C3-94B2-D37161D3C364}"/>
              </a:ext>
            </a:extLst>
          </p:cNvPr>
          <p:cNvSpPr txBox="1"/>
          <p:nvPr/>
        </p:nvSpPr>
        <p:spPr>
          <a:xfrm>
            <a:off x="7014018" y="4688596"/>
            <a:ext cx="153428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각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컨텐츠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에 마우스가 올라가면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버튼 활성화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기능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E84403A-56E2-4A49-B2C7-89E46B796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18" y="381000"/>
            <a:ext cx="4241928" cy="541661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2076664-E5BE-44E1-BD46-333DA17A4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044" y="1645572"/>
            <a:ext cx="2233071" cy="22150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4C3901E-CB8C-45EC-AE29-85AE04F9E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182" y="4277177"/>
            <a:ext cx="2115360" cy="153335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52C59C-739A-42A3-AF8C-8ED184C62C5E}"/>
              </a:ext>
            </a:extLst>
          </p:cNvPr>
          <p:cNvSpPr/>
          <p:nvPr/>
        </p:nvSpPr>
        <p:spPr>
          <a:xfrm>
            <a:off x="4479277" y="1622852"/>
            <a:ext cx="2343700" cy="2525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7AD591B-0CA1-41D7-96AE-ABB62ED02B19}"/>
              </a:ext>
            </a:extLst>
          </p:cNvPr>
          <p:cNvSpPr/>
          <p:nvPr/>
        </p:nvSpPr>
        <p:spPr>
          <a:xfrm>
            <a:off x="4528044" y="4277175"/>
            <a:ext cx="2337476" cy="15333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312A300-C430-E9CE-B693-10EA3147A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3447" y="2118573"/>
            <a:ext cx="2118149" cy="190995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1D253E5-129D-5F1A-E5B7-0E1FE49F0EF6}"/>
              </a:ext>
            </a:extLst>
          </p:cNvPr>
          <p:cNvSpPr/>
          <p:nvPr/>
        </p:nvSpPr>
        <p:spPr>
          <a:xfrm>
            <a:off x="4479277" y="2039349"/>
            <a:ext cx="2343701" cy="20739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652A24-C2A0-AEB2-CECF-3D25706B38B1}"/>
              </a:ext>
            </a:extLst>
          </p:cNvPr>
          <p:cNvSpPr txBox="1"/>
          <p:nvPr/>
        </p:nvSpPr>
        <p:spPr>
          <a:xfrm>
            <a:off x="5205308" y="774538"/>
            <a:ext cx="3071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▶기능 소개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C0034-1AEF-7486-E241-28230C3008D7}"/>
              </a:ext>
            </a:extLst>
          </p:cNvPr>
          <p:cNvSpPr txBox="1"/>
          <p:nvPr/>
        </p:nvSpPr>
        <p:spPr>
          <a:xfrm>
            <a:off x="10485776" y="1436709"/>
            <a:ext cx="160033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항공사 소개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코리아나 항공을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소개하는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E8E7335-1E3E-8742-B83D-ECA0A27BBD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2260" y="2903324"/>
            <a:ext cx="1490277" cy="2573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55A446-9FE5-1DCD-807F-2B303E4091C0}"/>
              </a:ext>
            </a:extLst>
          </p:cNvPr>
          <p:cNvSpPr txBox="1"/>
          <p:nvPr/>
        </p:nvSpPr>
        <p:spPr>
          <a:xfrm>
            <a:off x="10102537" y="2959314"/>
            <a:ext cx="170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19CBA6-42C8-DAE4-A735-BF36750CECA9}"/>
              </a:ext>
            </a:extLst>
          </p:cNvPr>
          <p:cNvSpPr/>
          <p:nvPr/>
        </p:nvSpPr>
        <p:spPr>
          <a:xfrm>
            <a:off x="8627201" y="2900877"/>
            <a:ext cx="463241" cy="259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04C7B63-1C29-02EF-4287-D7650DE3D7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0446" y="4049962"/>
            <a:ext cx="733605" cy="3668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E8AD015-0768-B964-2FE9-A7A90CEF4FA8}"/>
              </a:ext>
            </a:extLst>
          </p:cNvPr>
          <p:cNvSpPr txBox="1"/>
          <p:nvPr/>
        </p:nvSpPr>
        <p:spPr>
          <a:xfrm>
            <a:off x="10102537" y="4103058"/>
            <a:ext cx="20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 가능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2D7BC5-5C17-E2B9-8720-611486FA3B36}"/>
              </a:ext>
            </a:extLst>
          </p:cNvPr>
          <p:cNvSpPr/>
          <p:nvPr/>
        </p:nvSpPr>
        <p:spPr>
          <a:xfrm>
            <a:off x="8762583" y="4094208"/>
            <a:ext cx="642217" cy="3225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1B5D182-9CEF-BF2E-5F0D-8FD21BE828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0281" y="1144222"/>
            <a:ext cx="1995495" cy="974351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FF105C3B-F44A-4ABF-3433-D35201A358F7}"/>
              </a:ext>
            </a:extLst>
          </p:cNvPr>
          <p:cNvSpPr/>
          <p:nvPr/>
        </p:nvSpPr>
        <p:spPr>
          <a:xfrm>
            <a:off x="8561130" y="1186170"/>
            <a:ext cx="570678" cy="350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D7959518-4859-3C62-8020-46E0BEC290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3480" y="5503865"/>
            <a:ext cx="1208577" cy="33593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7DE0D082-94CA-F89C-5CD6-0B78D4B3E8CD}"/>
              </a:ext>
            </a:extLst>
          </p:cNvPr>
          <p:cNvSpPr/>
          <p:nvPr/>
        </p:nvSpPr>
        <p:spPr>
          <a:xfrm>
            <a:off x="8448063" y="5517531"/>
            <a:ext cx="1203994" cy="3113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4ECD34-E726-A273-94FE-21D298391E95}"/>
              </a:ext>
            </a:extLst>
          </p:cNvPr>
          <p:cNvSpPr txBox="1"/>
          <p:nvPr/>
        </p:nvSpPr>
        <p:spPr>
          <a:xfrm>
            <a:off x="10045852" y="5487164"/>
            <a:ext cx="149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코리아나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 로고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를 통해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메인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</p:spTree>
    <p:extLst>
      <p:ext uri="{BB962C8B-B14F-4D97-AF65-F5344CB8AC3E}">
        <p14:creationId xmlns:p14="http://schemas.microsoft.com/office/powerpoint/2010/main" val="713534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1296F01-ED4A-479C-BADD-1C9E1E511B9B}"/>
              </a:ext>
            </a:extLst>
          </p:cNvPr>
          <p:cNvSpPr txBox="1"/>
          <p:nvPr/>
        </p:nvSpPr>
        <p:spPr>
          <a:xfrm>
            <a:off x="5210174" y="381000"/>
            <a:ext cx="3850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1399B"/>
                </a:solidFill>
              </a:rPr>
              <a:t>04.</a:t>
            </a:r>
            <a:r>
              <a:rPr lang="en-US" altLang="ko-KR" dirty="0"/>
              <a:t> </a:t>
            </a:r>
            <a:r>
              <a:rPr lang="ko-KR" altLang="en-US" dirty="0"/>
              <a:t>코리아나에 대하여 페이지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85525-ED4C-416C-83BC-68A2C28BCEA1}"/>
              </a:ext>
            </a:extLst>
          </p:cNvPr>
          <p:cNvSpPr txBox="1"/>
          <p:nvPr/>
        </p:nvSpPr>
        <p:spPr>
          <a:xfrm>
            <a:off x="5332987" y="3446881"/>
            <a:ext cx="24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항공사 소개 </a:t>
            </a:r>
            <a:r>
              <a:rPr lang="en-US" altLang="ko-KR" sz="900" dirty="0">
                <a:latin typeface="+mj-lt"/>
                <a:ea typeface="HY견고딕" panose="02030600000101010101" pitchFamily="18" charset="-127"/>
              </a:rPr>
              <a:t>/ 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항공사 역사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컨텐츠 버튼을</a:t>
            </a:r>
            <a:r>
              <a:rPr lang="ko-KR" altLang="en-US" sz="900" dirty="0">
                <a:solidFill>
                  <a:srgbClr val="01399B"/>
                </a:solidFill>
                <a:latin typeface="+mj-lt"/>
                <a:ea typeface="HY견고딕" panose="02030600000101010101" pitchFamily="18" charset="-127"/>
              </a:rPr>
              <a:t> 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통해</a:t>
            </a:r>
            <a:r>
              <a:rPr lang="en-US" altLang="ko-KR" sz="900" dirty="0">
                <a:latin typeface="+mj-lt"/>
                <a:ea typeface="HY견고딕" panose="02030600000101010101" pitchFamily="18" charset="-127"/>
              </a:rPr>
              <a:t>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컨텐츠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전환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BEFE28-FCED-4A0A-8FDB-859A0CA1ADD8}"/>
              </a:ext>
            </a:extLst>
          </p:cNvPr>
          <p:cNvSpPr txBox="1"/>
          <p:nvPr/>
        </p:nvSpPr>
        <p:spPr>
          <a:xfrm>
            <a:off x="5410139" y="5625663"/>
            <a:ext cx="2533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메뉴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서브 메뉴</a:t>
            </a:r>
            <a:endParaRPr lang="en-US" altLang="ko-KR" sz="900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활성화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기능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8A1169-E79B-49D3-A0BA-7337FDC83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7" y="843874"/>
            <a:ext cx="5133925" cy="480289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5E3C91E-813F-470E-8B64-A30A413DF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186" y="4416765"/>
            <a:ext cx="2120930" cy="96016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240D5AA-425B-43C8-BA03-1A9B17007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747" y="4090222"/>
            <a:ext cx="759094" cy="401873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C39F21-02B2-4AE3-BE9F-0DEDD1ECE2CE}"/>
              </a:ext>
            </a:extLst>
          </p:cNvPr>
          <p:cNvSpPr/>
          <p:nvPr/>
        </p:nvSpPr>
        <p:spPr>
          <a:xfrm>
            <a:off x="5537197" y="4129460"/>
            <a:ext cx="583900" cy="27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F6A6B8A-250D-488B-BC9F-86039B66ED4E}"/>
              </a:ext>
            </a:extLst>
          </p:cNvPr>
          <p:cNvSpPr/>
          <p:nvPr/>
        </p:nvSpPr>
        <p:spPr>
          <a:xfrm>
            <a:off x="5537197" y="4475754"/>
            <a:ext cx="1267222" cy="515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C3A4B1-7C4D-29E7-42F9-49F70884C067}"/>
              </a:ext>
            </a:extLst>
          </p:cNvPr>
          <p:cNvSpPr txBox="1"/>
          <p:nvPr/>
        </p:nvSpPr>
        <p:spPr>
          <a:xfrm>
            <a:off x="5205308" y="774538"/>
            <a:ext cx="3071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▶기능 소개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39B9D0-BCA2-D18C-9AC3-A4B169B05F19}"/>
              </a:ext>
            </a:extLst>
          </p:cNvPr>
          <p:cNvSpPr txBox="1"/>
          <p:nvPr/>
        </p:nvSpPr>
        <p:spPr>
          <a:xfrm>
            <a:off x="10485776" y="1436709"/>
            <a:ext cx="160033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항공사 소개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코리아나 항공을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소개하는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4B463F8-D527-CD47-511E-2FE135E9C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260" y="2903324"/>
            <a:ext cx="1490277" cy="25733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1CFCB8A-4F62-F196-9913-51760FA98E40}"/>
              </a:ext>
            </a:extLst>
          </p:cNvPr>
          <p:cNvSpPr txBox="1"/>
          <p:nvPr/>
        </p:nvSpPr>
        <p:spPr>
          <a:xfrm>
            <a:off x="10102537" y="2959314"/>
            <a:ext cx="170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406E2F0-07CD-FD65-4FB9-6B8AA4F3C9DA}"/>
              </a:ext>
            </a:extLst>
          </p:cNvPr>
          <p:cNvSpPr/>
          <p:nvPr/>
        </p:nvSpPr>
        <p:spPr>
          <a:xfrm>
            <a:off x="8627201" y="2900877"/>
            <a:ext cx="463241" cy="259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559A26E7-BB83-0EA6-4607-77A8D67DB1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0281" y="1144222"/>
            <a:ext cx="1995495" cy="974351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B99DAE9E-60EF-6E86-91FA-37A5B45773D0}"/>
              </a:ext>
            </a:extLst>
          </p:cNvPr>
          <p:cNvSpPr/>
          <p:nvPr/>
        </p:nvSpPr>
        <p:spPr>
          <a:xfrm>
            <a:off x="8561130" y="1186170"/>
            <a:ext cx="570678" cy="350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C27F920C-1FBB-C6AB-C943-7A9AFA13A6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3480" y="5503865"/>
            <a:ext cx="1208577" cy="335930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D1AB8407-F964-1FCA-81F1-4B1996DC1162}"/>
              </a:ext>
            </a:extLst>
          </p:cNvPr>
          <p:cNvSpPr/>
          <p:nvPr/>
        </p:nvSpPr>
        <p:spPr>
          <a:xfrm>
            <a:off x="8448063" y="5517531"/>
            <a:ext cx="1203994" cy="3113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A3B4FA-84D0-29F0-5F30-C363FEF77621}"/>
              </a:ext>
            </a:extLst>
          </p:cNvPr>
          <p:cNvSpPr txBox="1"/>
          <p:nvPr/>
        </p:nvSpPr>
        <p:spPr>
          <a:xfrm>
            <a:off x="10045852" y="5487164"/>
            <a:ext cx="149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코리아나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 로고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를 통해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메인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F12ECC21-A9DE-19FF-29ED-EB356B13A0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0261" y="1361181"/>
            <a:ext cx="2753869" cy="2049939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52C59C-739A-42A3-AF8C-8ED184C62C5E}"/>
              </a:ext>
            </a:extLst>
          </p:cNvPr>
          <p:cNvSpPr/>
          <p:nvPr/>
        </p:nvSpPr>
        <p:spPr>
          <a:xfrm>
            <a:off x="5395186" y="1562603"/>
            <a:ext cx="868109" cy="2212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6EA2DF91-A6FE-0771-609D-DE273699E2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10446" y="4049962"/>
            <a:ext cx="733605" cy="36680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9F6B059-992D-A1BD-1039-74EECAE26F4F}"/>
              </a:ext>
            </a:extLst>
          </p:cNvPr>
          <p:cNvSpPr txBox="1"/>
          <p:nvPr/>
        </p:nvSpPr>
        <p:spPr>
          <a:xfrm>
            <a:off x="10102537" y="4103058"/>
            <a:ext cx="20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 가능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0B5B568-6CE6-AB9E-BB3F-FBD7BFC15408}"/>
              </a:ext>
            </a:extLst>
          </p:cNvPr>
          <p:cNvSpPr/>
          <p:nvPr/>
        </p:nvSpPr>
        <p:spPr>
          <a:xfrm>
            <a:off x="8762583" y="4094208"/>
            <a:ext cx="642217" cy="3225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298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216</Words>
  <Application>Microsoft Office PowerPoint</Application>
  <PresentationFormat>와이드스크린</PresentationFormat>
  <Paragraphs>50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우균 정</dc:creator>
  <cp:lastModifiedBy>홍섭 김</cp:lastModifiedBy>
  <cp:revision>48</cp:revision>
  <dcterms:created xsi:type="dcterms:W3CDTF">2021-05-29T07:57:04Z</dcterms:created>
  <dcterms:modified xsi:type="dcterms:W3CDTF">2025-07-05T01:17:54Z</dcterms:modified>
</cp:coreProperties>
</file>